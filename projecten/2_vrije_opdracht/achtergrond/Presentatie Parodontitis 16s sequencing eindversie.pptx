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5"/>
  </p:notesMasterIdLst>
  <p:sldIdLst>
    <p:sldId id="256" r:id="rId5"/>
    <p:sldId id="257" r:id="rId6"/>
    <p:sldId id="307" r:id="rId7"/>
    <p:sldId id="316" r:id="rId8"/>
    <p:sldId id="299" r:id="rId9"/>
    <p:sldId id="300" r:id="rId10"/>
    <p:sldId id="302" r:id="rId11"/>
    <p:sldId id="279" r:id="rId12"/>
    <p:sldId id="291" r:id="rId13"/>
    <p:sldId id="309" r:id="rId14"/>
    <p:sldId id="288" r:id="rId15"/>
    <p:sldId id="308" r:id="rId16"/>
    <p:sldId id="313" r:id="rId17"/>
    <p:sldId id="311" r:id="rId18"/>
    <p:sldId id="312" r:id="rId19"/>
    <p:sldId id="314" r:id="rId20"/>
    <p:sldId id="317" r:id="rId21"/>
    <p:sldId id="282" r:id="rId22"/>
    <p:sldId id="283" r:id="rId23"/>
    <p:sldId id="276" r:id="rId24"/>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7759BB9-99BD-428E-58E5-FD62CFB23A9C}" name="Rachel van der Kreeft" initials="RK" userId="S::rachel.vanderkreeft@student.hu.nl::39f339f0-2dbe-450e-aa21-3ab55d77f10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B3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33330B-405E-40E8-8024-31EB2DBB7C9A}" v="2159" dt="2026-01-20T23:37:27.557"/>
    <p1510:client id="{5BF61D51-D4AF-408D-BFAB-A1DB4BA04671}" v="650" dt="2026-01-20T23:49:10.085"/>
    <p1510:client id="{5FBB4AE0-335A-483D-82CE-FA1B518927BE}" v="936" dt="2026-01-20T13:19:16.261"/>
    <p1510:client id="{AC126457-0633-4A98-9722-32521487C00D}" v="231" dt="2026-01-20T20:32:44.610"/>
    <p1510:client id="{DA71FD63-1ADA-4549-85E4-E69B1188DBF0}" v="265" dt="2026-01-21T08:56:34.984"/>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el van der Kreeft" userId="39f339f0-2dbe-450e-aa21-3ab55d77f101" providerId="ADAL" clId="{414B025C-8E6D-4060-862C-63AAB481F328}"/>
    <pc:docChg chg="undo custSel addSld delSld modSld sldOrd">
      <pc:chgData name="Rachel van der Kreeft" userId="39f339f0-2dbe-450e-aa21-3ab55d77f101" providerId="ADAL" clId="{414B025C-8E6D-4060-862C-63AAB481F328}" dt="2026-01-20T23:37:27.557" v="6610" actId="2711"/>
      <pc:docMkLst>
        <pc:docMk/>
      </pc:docMkLst>
      <pc:sldChg chg="modSp mod">
        <pc:chgData name="Rachel van der Kreeft" userId="39f339f0-2dbe-450e-aa21-3ab55d77f101" providerId="ADAL" clId="{414B025C-8E6D-4060-862C-63AAB481F328}" dt="2026-01-19T10:50:23.161" v="4099" actId="20577"/>
        <pc:sldMkLst>
          <pc:docMk/>
          <pc:sldMk cId="2765933777" sldId="257"/>
        </pc:sldMkLst>
        <pc:spChg chg="mod">
          <ac:chgData name="Rachel van der Kreeft" userId="39f339f0-2dbe-450e-aa21-3ab55d77f101" providerId="ADAL" clId="{414B025C-8E6D-4060-862C-63AAB481F328}" dt="2026-01-19T10:50:23.161" v="4099" actId="20577"/>
          <ac:spMkLst>
            <pc:docMk/>
            <pc:sldMk cId="2765933777" sldId="257"/>
            <ac:spMk id="3" creationId="{DC27D0A9-F496-199E-DFE9-9274DA0C2F5F}"/>
          </ac:spMkLst>
        </pc:spChg>
      </pc:sldChg>
      <pc:sldChg chg="del">
        <pc:chgData name="Rachel van der Kreeft" userId="39f339f0-2dbe-450e-aa21-3ab55d77f101" providerId="ADAL" clId="{414B025C-8E6D-4060-862C-63AAB481F328}" dt="2026-01-20T10:53:23.579" v="5297" actId="2696"/>
        <pc:sldMkLst>
          <pc:docMk/>
          <pc:sldMk cId="175593038" sldId="258"/>
        </pc:sldMkLst>
      </pc:sldChg>
      <pc:sldChg chg="addSp delSp modSp mod">
        <pc:chgData name="Rachel van der Kreeft" userId="39f339f0-2dbe-450e-aa21-3ab55d77f101" providerId="ADAL" clId="{414B025C-8E6D-4060-862C-63AAB481F328}" dt="2026-01-19T10:36:35.384" v="4030" actId="20577"/>
        <pc:sldMkLst>
          <pc:docMk/>
          <pc:sldMk cId="3824249926" sldId="269"/>
        </pc:sldMkLst>
        <pc:spChg chg="add del mod">
          <ac:chgData name="Rachel van der Kreeft" userId="39f339f0-2dbe-450e-aa21-3ab55d77f101" providerId="ADAL" clId="{414B025C-8E6D-4060-862C-63AAB481F328}" dt="2026-01-19T10:10:44.800" v="3474" actId="20577"/>
          <ac:spMkLst>
            <pc:docMk/>
            <pc:sldMk cId="3824249926" sldId="269"/>
            <ac:spMk id="3" creationId="{341E8C08-D4AA-0D76-666A-3B0C19D0CAD3}"/>
          </ac:spMkLst>
        </pc:spChg>
        <pc:spChg chg="add mod">
          <ac:chgData name="Rachel van der Kreeft" userId="39f339f0-2dbe-450e-aa21-3ab55d77f101" providerId="ADAL" clId="{414B025C-8E6D-4060-862C-63AAB481F328}" dt="2026-01-19T10:36:31.414" v="4028" actId="20577"/>
          <ac:spMkLst>
            <pc:docMk/>
            <pc:sldMk cId="3824249926" sldId="269"/>
            <ac:spMk id="15" creationId="{D6F4C52E-CF0E-7F8F-A7D2-372D286C1418}"/>
          </ac:spMkLst>
        </pc:spChg>
        <pc:spChg chg="add mod">
          <ac:chgData name="Rachel van der Kreeft" userId="39f339f0-2dbe-450e-aa21-3ab55d77f101" providerId="ADAL" clId="{414B025C-8E6D-4060-862C-63AAB481F328}" dt="2026-01-19T10:36:35.384" v="4030" actId="20577"/>
          <ac:spMkLst>
            <pc:docMk/>
            <pc:sldMk cId="3824249926" sldId="269"/>
            <ac:spMk id="17" creationId="{8228D068-31BB-AD61-9B87-147D79970531}"/>
          </ac:spMkLst>
        </pc:spChg>
        <pc:graphicFrameChg chg="add mod">
          <ac:chgData name="Rachel van der Kreeft" userId="39f339f0-2dbe-450e-aa21-3ab55d77f101" providerId="ADAL" clId="{414B025C-8E6D-4060-862C-63AAB481F328}" dt="2026-01-19T09:40:38.669" v="3110" actId="1076"/>
          <ac:graphicFrameMkLst>
            <pc:docMk/>
            <pc:sldMk cId="3824249926" sldId="269"/>
            <ac:graphicFrameMk id="6" creationId="{3F6DE8C9-A97D-D3A4-E5BD-073C47E2D50F}"/>
          </ac:graphicFrameMkLst>
        </pc:graphicFrameChg>
        <pc:graphicFrameChg chg="add mod modGraphic">
          <ac:chgData name="Rachel van der Kreeft" userId="39f339f0-2dbe-450e-aa21-3ab55d77f101" providerId="ADAL" clId="{414B025C-8E6D-4060-862C-63AAB481F328}" dt="2026-01-19T09:35:13.630" v="3043"/>
          <ac:graphicFrameMkLst>
            <pc:docMk/>
            <pc:sldMk cId="3824249926" sldId="269"/>
            <ac:graphicFrameMk id="8" creationId="{CF527EDD-0DF0-5948-8E9B-068BB2513B34}"/>
          </ac:graphicFrameMkLst>
        </pc:graphicFrameChg>
        <pc:graphicFrameChg chg="add mod modGraphic">
          <ac:chgData name="Rachel van der Kreeft" userId="39f339f0-2dbe-450e-aa21-3ab55d77f101" providerId="ADAL" clId="{414B025C-8E6D-4060-862C-63AAB481F328}" dt="2026-01-19T09:36:00.273" v="3049"/>
          <ac:graphicFrameMkLst>
            <pc:docMk/>
            <pc:sldMk cId="3824249926" sldId="269"/>
            <ac:graphicFrameMk id="9" creationId="{B7F909AC-24AD-AF62-1377-FCD766520E15}"/>
          </ac:graphicFrameMkLst>
        </pc:graphicFrameChg>
        <pc:picChg chg="add del mod">
          <ac:chgData name="Rachel van der Kreeft" userId="39f339f0-2dbe-450e-aa21-3ab55d77f101" providerId="ADAL" clId="{414B025C-8E6D-4060-862C-63AAB481F328}" dt="2026-01-19T09:36:42.014" v="3055" actId="22"/>
          <ac:picMkLst>
            <pc:docMk/>
            <pc:sldMk cId="3824249926" sldId="269"/>
            <ac:picMk id="11" creationId="{46C6CE2F-2237-58B8-AA4B-1212C1CB4697}"/>
          </ac:picMkLst>
        </pc:picChg>
        <pc:picChg chg="add mod">
          <ac:chgData name="Rachel van der Kreeft" userId="39f339f0-2dbe-450e-aa21-3ab55d77f101" providerId="ADAL" clId="{414B025C-8E6D-4060-862C-63AAB481F328}" dt="2026-01-19T09:41:28.060" v="3149" actId="1076"/>
          <ac:picMkLst>
            <pc:docMk/>
            <pc:sldMk cId="3824249926" sldId="269"/>
            <ac:picMk id="13" creationId="{159C4FDD-A5C8-91FC-D159-E578EFC26B3A}"/>
          </ac:picMkLst>
        </pc:picChg>
      </pc:sldChg>
      <pc:sldChg chg="del modNotesTx">
        <pc:chgData name="Rachel van der Kreeft" userId="39f339f0-2dbe-450e-aa21-3ab55d77f101" providerId="ADAL" clId="{414B025C-8E6D-4060-862C-63AAB481F328}" dt="2026-01-20T10:53:27.577" v="5299" actId="2696"/>
        <pc:sldMkLst>
          <pc:docMk/>
          <pc:sldMk cId="1544376239" sldId="277"/>
        </pc:sldMkLst>
      </pc:sldChg>
      <pc:sldChg chg="addSp modSp mod ord">
        <pc:chgData name="Rachel van der Kreeft" userId="39f339f0-2dbe-450e-aa21-3ab55d77f101" providerId="ADAL" clId="{414B025C-8E6D-4060-862C-63AAB481F328}" dt="2026-01-19T20:38:53.776" v="4210" actId="1076"/>
        <pc:sldMkLst>
          <pc:docMk/>
          <pc:sldMk cId="1683410187" sldId="281"/>
        </pc:sldMkLst>
        <pc:spChg chg="add mod">
          <ac:chgData name="Rachel van der Kreeft" userId="39f339f0-2dbe-450e-aa21-3ab55d77f101" providerId="ADAL" clId="{414B025C-8E6D-4060-862C-63AAB481F328}" dt="2026-01-19T20:38:53.776" v="4210" actId="1076"/>
          <ac:spMkLst>
            <pc:docMk/>
            <pc:sldMk cId="1683410187" sldId="281"/>
            <ac:spMk id="5" creationId="{59196F1B-D4F7-B508-B726-573939A11C7B}"/>
          </ac:spMkLst>
        </pc:spChg>
      </pc:sldChg>
      <pc:sldChg chg="modSp mod">
        <pc:chgData name="Rachel van der Kreeft" userId="39f339f0-2dbe-450e-aa21-3ab55d77f101" providerId="ADAL" clId="{414B025C-8E6D-4060-862C-63AAB481F328}" dt="2026-01-20T19:14:26.770" v="5842" actId="20577"/>
        <pc:sldMkLst>
          <pc:docMk/>
          <pc:sldMk cId="3449806516" sldId="282"/>
        </pc:sldMkLst>
        <pc:spChg chg="mod">
          <ac:chgData name="Rachel van der Kreeft" userId="39f339f0-2dbe-450e-aa21-3ab55d77f101" providerId="ADAL" clId="{414B025C-8E6D-4060-862C-63AAB481F328}" dt="2026-01-20T19:14:26.770" v="5842" actId="20577"/>
          <ac:spMkLst>
            <pc:docMk/>
            <pc:sldMk cId="3449806516" sldId="282"/>
            <ac:spMk id="3" creationId="{05CAD9D8-080F-5C4A-5CC4-A99056D051E9}"/>
          </ac:spMkLst>
        </pc:spChg>
      </pc:sldChg>
      <pc:sldChg chg="modSp mod modNotesTx">
        <pc:chgData name="Rachel van der Kreeft" userId="39f339f0-2dbe-450e-aa21-3ab55d77f101" providerId="ADAL" clId="{414B025C-8E6D-4060-862C-63AAB481F328}" dt="2026-01-20T19:15:00.786" v="5847" actId="20577"/>
        <pc:sldMkLst>
          <pc:docMk/>
          <pc:sldMk cId="4207593931" sldId="283"/>
        </pc:sldMkLst>
        <pc:spChg chg="mod">
          <ac:chgData name="Rachel van der Kreeft" userId="39f339f0-2dbe-450e-aa21-3ab55d77f101" providerId="ADAL" clId="{414B025C-8E6D-4060-862C-63AAB481F328}" dt="2026-01-20T19:15:00.786" v="5847" actId="20577"/>
          <ac:spMkLst>
            <pc:docMk/>
            <pc:sldMk cId="4207593931" sldId="283"/>
            <ac:spMk id="3" creationId="{A14AD9A0-A7D7-5022-6A28-11B45A1CD2B9}"/>
          </ac:spMkLst>
        </pc:spChg>
      </pc:sldChg>
      <pc:sldChg chg="ord">
        <pc:chgData name="Rachel van der Kreeft" userId="39f339f0-2dbe-450e-aa21-3ab55d77f101" providerId="ADAL" clId="{414B025C-8E6D-4060-862C-63AAB481F328}" dt="2026-01-19T10:18:41.056" v="3658"/>
        <pc:sldMkLst>
          <pc:docMk/>
          <pc:sldMk cId="39045713" sldId="284"/>
        </pc:sldMkLst>
      </pc:sldChg>
      <pc:sldChg chg="addSp delSp modSp mod modNotesTx">
        <pc:chgData name="Rachel van der Kreeft" userId="39f339f0-2dbe-450e-aa21-3ab55d77f101" providerId="ADAL" clId="{414B025C-8E6D-4060-862C-63AAB481F328}" dt="2026-01-20T21:37:02.821" v="6029" actId="14100"/>
        <pc:sldMkLst>
          <pc:docMk/>
          <pc:sldMk cId="3885316584" sldId="286"/>
        </pc:sldMkLst>
        <pc:spChg chg="add del mod">
          <ac:chgData name="Rachel van der Kreeft" userId="39f339f0-2dbe-450e-aa21-3ab55d77f101" providerId="ADAL" clId="{414B025C-8E6D-4060-862C-63AAB481F328}" dt="2026-01-19T09:45:06.145" v="3177" actId="1076"/>
          <ac:spMkLst>
            <pc:docMk/>
            <pc:sldMk cId="3885316584" sldId="286"/>
            <ac:spMk id="3" creationId="{90A95789-4784-B5BA-1E31-CC1C9099C9D1}"/>
          </ac:spMkLst>
        </pc:spChg>
        <pc:spChg chg="del">
          <ac:chgData name="Rachel van der Kreeft" userId="39f339f0-2dbe-450e-aa21-3ab55d77f101" providerId="ADAL" clId="{414B025C-8E6D-4060-862C-63AAB481F328}" dt="2026-01-20T19:11:17.271" v="5837" actId="21"/>
          <ac:spMkLst>
            <pc:docMk/>
            <pc:sldMk cId="3885316584" sldId="286"/>
            <ac:spMk id="5" creationId="{F685E6E3-B550-D311-FCBE-01CBE412CAFC}"/>
          </ac:spMkLst>
        </pc:spChg>
        <pc:spChg chg="add mod">
          <ac:chgData name="Rachel van der Kreeft" userId="39f339f0-2dbe-450e-aa21-3ab55d77f101" providerId="ADAL" clId="{414B025C-8E6D-4060-862C-63AAB481F328}" dt="2026-01-19T20:21:04.155" v="4160" actId="20577"/>
          <ac:spMkLst>
            <pc:docMk/>
            <pc:sldMk cId="3885316584" sldId="286"/>
            <ac:spMk id="18" creationId="{7C101A92-8E11-DFB6-AC33-A84840778FDD}"/>
          </ac:spMkLst>
        </pc:spChg>
        <pc:spChg chg="add mod">
          <ac:chgData name="Rachel van der Kreeft" userId="39f339f0-2dbe-450e-aa21-3ab55d77f101" providerId="ADAL" clId="{414B025C-8E6D-4060-862C-63AAB481F328}" dt="2026-01-19T20:20:57.885" v="4157" actId="20577"/>
          <ac:spMkLst>
            <pc:docMk/>
            <pc:sldMk cId="3885316584" sldId="286"/>
            <ac:spMk id="20" creationId="{56449D18-91AD-F985-4DC6-30DA4E3AA358}"/>
          </ac:spMkLst>
        </pc:spChg>
        <pc:graphicFrameChg chg="add mod modGraphic">
          <ac:chgData name="Rachel van der Kreeft" userId="39f339f0-2dbe-450e-aa21-3ab55d77f101" providerId="ADAL" clId="{414B025C-8E6D-4060-862C-63AAB481F328}" dt="2026-01-19T09:33:43.998" v="3022"/>
          <ac:graphicFrameMkLst>
            <pc:docMk/>
            <pc:sldMk cId="3885316584" sldId="286"/>
            <ac:graphicFrameMk id="7" creationId="{0C8957B5-702B-5C6E-8460-0FD0C583A846}"/>
          </ac:graphicFrameMkLst>
        </pc:graphicFrameChg>
        <pc:graphicFrameChg chg="add mod modGraphic">
          <ac:chgData name="Rachel van der Kreeft" userId="39f339f0-2dbe-450e-aa21-3ab55d77f101" providerId="ADAL" clId="{414B025C-8E6D-4060-862C-63AAB481F328}" dt="2026-01-19T09:34:19.748" v="3032"/>
          <ac:graphicFrameMkLst>
            <pc:docMk/>
            <pc:sldMk cId="3885316584" sldId="286"/>
            <ac:graphicFrameMk id="8" creationId="{E7B331F3-4A2F-06E5-6E6C-A65517CE7019}"/>
          </ac:graphicFrameMkLst>
        </pc:graphicFrameChg>
        <pc:picChg chg="add mod">
          <ac:chgData name="Rachel van der Kreeft" userId="39f339f0-2dbe-450e-aa21-3ab55d77f101" providerId="ADAL" clId="{414B025C-8E6D-4060-862C-63AAB481F328}" dt="2026-01-20T21:37:02.821" v="6029" actId="14100"/>
          <ac:picMkLst>
            <pc:docMk/>
            <pc:sldMk cId="3885316584" sldId="286"/>
            <ac:picMk id="7" creationId="{FAB5B97F-1635-EBB6-0374-32971545FE0D}"/>
          </ac:picMkLst>
        </pc:picChg>
        <pc:picChg chg="add mod">
          <ac:chgData name="Rachel van der Kreeft" userId="39f339f0-2dbe-450e-aa21-3ab55d77f101" providerId="ADAL" clId="{414B025C-8E6D-4060-862C-63AAB481F328}" dt="2026-01-20T21:36:32.301" v="6023" actId="14100"/>
          <ac:picMkLst>
            <pc:docMk/>
            <pc:sldMk cId="3885316584" sldId="286"/>
            <ac:picMk id="8" creationId="{A29FD95A-BCE6-45F6-9260-7D0B3472DDB6}"/>
          </ac:picMkLst>
        </pc:picChg>
        <pc:picChg chg="add mod">
          <ac:chgData name="Rachel van der Kreeft" userId="39f339f0-2dbe-450e-aa21-3ab55d77f101" providerId="ADAL" clId="{414B025C-8E6D-4060-862C-63AAB481F328}" dt="2026-01-19T09:45:22.084" v="3182" actId="14100"/>
          <ac:picMkLst>
            <pc:docMk/>
            <pc:sldMk cId="3885316584" sldId="286"/>
            <ac:picMk id="9" creationId="{CC3F6F1C-477B-62F6-3576-632BAA3E2468}"/>
          </ac:picMkLst>
        </pc:picChg>
        <pc:picChg chg="add mod">
          <ac:chgData name="Rachel van der Kreeft" userId="39f339f0-2dbe-450e-aa21-3ab55d77f101" providerId="ADAL" clId="{414B025C-8E6D-4060-862C-63AAB481F328}" dt="2026-01-20T21:37:00.762" v="6028" actId="1076"/>
          <ac:picMkLst>
            <pc:docMk/>
            <pc:sldMk cId="3885316584" sldId="286"/>
            <ac:picMk id="9" creationId="{EFA0B8E8-9303-9AE5-77A2-2726C03B8D28}"/>
          </ac:picMkLst>
        </pc:picChg>
        <pc:picChg chg="add del mod">
          <ac:chgData name="Rachel van der Kreeft" userId="39f339f0-2dbe-450e-aa21-3ab55d77f101" providerId="ADAL" clId="{414B025C-8E6D-4060-862C-63AAB481F328}" dt="2026-01-19T09:47:24.947" v="3194" actId="21"/>
          <ac:picMkLst>
            <pc:docMk/>
            <pc:sldMk cId="3885316584" sldId="286"/>
            <ac:picMk id="10" creationId="{CF229E05-7681-2C2F-814F-EB6C8ED8B3A4}"/>
          </ac:picMkLst>
        </pc:picChg>
        <pc:picChg chg="add del mod">
          <ac:chgData name="Rachel van der Kreeft" userId="39f339f0-2dbe-450e-aa21-3ab55d77f101" providerId="ADAL" clId="{414B025C-8E6D-4060-862C-63AAB481F328}" dt="2026-01-19T09:48:59.247" v="3206" actId="21"/>
          <ac:picMkLst>
            <pc:docMk/>
            <pc:sldMk cId="3885316584" sldId="286"/>
            <ac:picMk id="11" creationId="{05447523-FA1F-7DF2-D470-C8505AE7925E}"/>
          </ac:picMkLst>
        </pc:picChg>
        <pc:picChg chg="add del mod">
          <ac:chgData name="Rachel van der Kreeft" userId="39f339f0-2dbe-450e-aa21-3ab55d77f101" providerId="ADAL" clId="{414B025C-8E6D-4060-862C-63AAB481F328}" dt="2026-01-19T09:48:21.375" v="3205" actId="21"/>
          <ac:picMkLst>
            <pc:docMk/>
            <pc:sldMk cId="3885316584" sldId="286"/>
            <ac:picMk id="12" creationId="{8BBA8AB5-E87F-1FAD-8AF7-B0297A900B44}"/>
          </ac:picMkLst>
        </pc:picChg>
        <pc:picChg chg="add mod">
          <ac:chgData name="Rachel van der Kreeft" userId="39f339f0-2dbe-450e-aa21-3ab55d77f101" providerId="ADAL" clId="{414B025C-8E6D-4060-862C-63AAB481F328}" dt="2026-01-19T09:50:16.607" v="3214" actId="1076"/>
          <ac:picMkLst>
            <pc:docMk/>
            <pc:sldMk cId="3885316584" sldId="286"/>
            <ac:picMk id="13" creationId="{1E15C1D4-39AF-B8F8-9222-C909C87A82DC}"/>
          </ac:picMkLst>
        </pc:picChg>
        <pc:picChg chg="add mod">
          <ac:chgData name="Rachel van der Kreeft" userId="39f339f0-2dbe-450e-aa21-3ab55d77f101" providerId="ADAL" clId="{414B025C-8E6D-4060-862C-63AAB481F328}" dt="2026-01-19T09:50:15.518" v="3213" actId="1076"/>
          <ac:picMkLst>
            <pc:docMk/>
            <pc:sldMk cId="3885316584" sldId="286"/>
            <ac:picMk id="14" creationId="{B339919C-B694-E55A-485A-5A5E662514E6}"/>
          </ac:picMkLst>
        </pc:picChg>
        <pc:picChg chg="add del mod">
          <ac:chgData name="Rachel van der Kreeft" userId="39f339f0-2dbe-450e-aa21-3ab55d77f101" providerId="ADAL" clId="{414B025C-8E6D-4060-862C-63AAB481F328}" dt="2026-01-20T21:35:26.159" v="6011" actId="21"/>
          <ac:picMkLst>
            <pc:docMk/>
            <pc:sldMk cId="3885316584" sldId="286"/>
            <ac:picMk id="15" creationId="{7775D8CA-963A-FA64-03D4-D251D716DF0C}"/>
          </ac:picMkLst>
        </pc:picChg>
        <pc:picChg chg="add del mod">
          <ac:chgData name="Rachel van der Kreeft" userId="39f339f0-2dbe-450e-aa21-3ab55d77f101" providerId="ADAL" clId="{414B025C-8E6D-4060-862C-63AAB481F328}" dt="2026-01-20T21:35:56.530" v="6016" actId="21"/>
          <ac:picMkLst>
            <pc:docMk/>
            <pc:sldMk cId="3885316584" sldId="286"/>
            <ac:picMk id="16" creationId="{FFC872B2-191B-1B01-0409-2BD8079D2E03}"/>
          </ac:picMkLst>
        </pc:picChg>
      </pc:sldChg>
      <pc:sldChg chg="addSp delSp modSp mod">
        <pc:chgData name="Rachel van der Kreeft" userId="39f339f0-2dbe-450e-aa21-3ab55d77f101" providerId="ADAL" clId="{414B025C-8E6D-4060-862C-63AAB481F328}" dt="2026-01-19T20:02:42.052" v="4142" actId="1076"/>
        <pc:sldMkLst>
          <pc:docMk/>
          <pc:sldMk cId="2104265184" sldId="287"/>
        </pc:sldMkLst>
        <pc:spChg chg="mod">
          <ac:chgData name="Rachel van der Kreeft" userId="39f339f0-2dbe-450e-aa21-3ab55d77f101" providerId="ADAL" clId="{414B025C-8E6D-4060-862C-63AAB481F328}" dt="2026-01-19T10:37:35.251" v="4048" actId="20577"/>
          <ac:spMkLst>
            <pc:docMk/>
            <pc:sldMk cId="2104265184" sldId="287"/>
            <ac:spMk id="3" creationId="{E829A001-97D0-89B5-8AF1-2684F9072571}"/>
          </ac:spMkLst>
        </pc:spChg>
        <pc:spChg chg="add mod">
          <ac:chgData name="Rachel van der Kreeft" userId="39f339f0-2dbe-450e-aa21-3ab55d77f101" providerId="ADAL" clId="{414B025C-8E6D-4060-862C-63AAB481F328}" dt="2026-01-19T10:36:00.739" v="4015" actId="20577"/>
          <ac:spMkLst>
            <pc:docMk/>
            <pc:sldMk cId="2104265184" sldId="287"/>
            <ac:spMk id="9" creationId="{98C9CC0D-638E-80B5-46C6-91D678E75B45}"/>
          </ac:spMkLst>
        </pc:spChg>
        <pc:spChg chg="add mod">
          <ac:chgData name="Rachel van der Kreeft" userId="39f339f0-2dbe-450e-aa21-3ab55d77f101" providerId="ADAL" clId="{414B025C-8E6D-4060-862C-63AAB481F328}" dt="2026-01-19T10:29:10.480" v="3915" actId="1076"/>
          <ac:spMkLst>
            <pc:docMk/>
            <pc:sldMk cId="2104265184" sldId="287"/>
            <ac:spMk id="11" creationId="{D1FF303D-404E-DCB7-5BDA-1E8D0500283D}"/>
          </ac:spMkLst>
        </pc:spChg>
        <pc:spChg chg="add mod">
          <ac:chgData name="Rachel van der Kreeft" userId="39f339f0-2dbe-450e-aa21-3ab55d77f101" providerId="ADAL" clId="{414B025C-8E6D-4060-862C-63AAB481F328}" dt="2026-01-19T10:32:29.369" v="4003" actId="1076"/>
          <ac:spMkLst>
            <pc:docMk/>
            <pc:sldMk cId="2104265184" sldId="287"/>
            <ac:spMk id="13" creationId="{E5630BA5-5D55-FE04-3F81-55832EDF1E04}"/>
          </ac:spMkLst>
        </pc:spChg>
        <pc:spChg chg="add mod">
          <ac:chgData name="Rachel van der Kreeft" userId="39f339f0-2dbe-450e-aa21-3ab55d77f101" providerId="ADAL" clId="{414B025C-8E6D-4060-862C-63AAB481F328}" dt="2026-01-19T10:36:04.900" v="4017" actId="20577"/>
          <ac:spMkLst>
            <pc:docMk/>
            <pc:sldMk cId="2104265184" sldId="287"/>
            <ac:spMk id="15" creationId="{69130523-A153-F760-E73A-3334CAAF8F94}"/>
          </ac:spMkLst>
        </pc:spChg>
        <pc:spChg chg="add mod">
          <ac:chgData name="Rachel van der Kreeft" userId="39f339f0-2dbe-450e-aa21-3ab55d77f101" providerId="ADAL" clId="{414B025C-8E6D-4060-862C-63AAB481F328}" dt="2026-01-19T10:36:09.115" v="4019" actId="20577"/>
          <ac:spMkLst>
            <pc:docMk/>
            <pc:sldMk cId="2104265184" sldId="287"/>
            <ac:spMk id="17" creationId="{60AFD1BC-ADA0-C4CB-6373-3D1D91A8AE95}"/>
          </ac:spMkLst>
        </pc:spChg>
        <pc:picChg chg="add del mod">
          <ac:chgData name="Rachel van der Kreeft" userId="39f339f0-2dbe-450e-aa21-3ab55d77f101" providerId="ADAL" clId="{414B025C-8E6D-4060-862C-63AAB481F328}" dt="2026-01-19T20:02:36.733" v="4141" actId="21"/>
          <ac:picMkLst>
            <pc:docMk/>
            <pc:sldMk cId="2104265184" sldId="287"/>
            <ac:picMk id="7" creationId="{F46FDD8F-F90A-DE50-4A8C-33567696DC6B}"/>
          </ac:picMkLst>
        </pc:picChg>
        <pc:picChg chg="add mod">
          <ac:chgData name="Rachel van der Kreeft" userId="39f339f0-2dbe-450e-aa21-3ab55d77f101" providerId="ADAL" clId="{414B025C-8E6D-4060-862C-63AAB481F328}" dt="2026-01-19T10:29:41.761" v="3920" actId="1076"/>
          <ac:picMkLst>
            <pc:docMk/>
            <pc:sldMk cId="2104265184" sldId="287"/>
            <ac:picMk id="10" creationId="{2011E482-A5FC-197C-10F9-10A84A213C16}"/>
          </ac:picMkLst>
        </pc:picChg>
        <pc:picChg chg="add mod">
          <ac:chgData name="Rachel van der Kreeft" userId="39f339f0-2dbe-450e-aa21-3ab55d77f101" providerId="ADAL" clId="{414B025C-8E6D-4060-862C-63AAB481F328}" dt="2026-01-19T10:32:25.868" v="4002" actId="1076"/>
          <ac:picMkLst>
            <pc:docMk/>
            <pc:sldMk cId="2104265184" sldId="287"/>
            <ac:picMk id="12" creationId="{3067D86C-7A11-561E-F5A8-7E359F3F5A85}"/>
          </ac:picMkLst>
        </pc:picChg>
        <pc:picChg chg="add mod">
          <ac:chgData name="Rachel van der Kreeft" userId="39f339f0-2dbe-450e-aa21-3ab55d77f101" providerId="ADAL" clId="{414B025C-8E6D-4060-862C-63AAB481F328}" dt="2026-01-19T20:02:42.052" v="4142" actId="1076"/>
          <ac:picMkLst>
            <pc:docMk/>
            <pc:sldMk cId="2104265184" sldId="287"/>
            <ac:picMk id="18" creationId="{C907AC39-6939-8E7A-3937-9D1D30474F39}"/>
          </ac:picMkLst>
        </pc:picChg>
      </pc:sldChg>
      <pc:sldChg chg="modSp mod">
        <pc:chgData name="Rachel van der Kreeft" userId="39f339f0-2dbe-450e-aa21-3ab55d77f101" providerId="ADAL" clId="{414B025C-8E6D-4060-862C-63AAB481F328}" dt="2026-01-20T11:21:49.682" v="5628" actId="20577"/>
        <pc:sldMkLst>
          <pc:docMk/>
          <pc:sldMk cId="1435532048" sldId="288"/>
        </pc:sldMkLst>
        <pc:spChg chg="mod">
          <ac:chgData name="Rachel van der Kreeft" userId="39f339f0-2dbe-450e-aa21-3ab55d77f101" providerId="ADAL" clId="{414B025C-8E6D-4060-862C-63AAB481F328}" dt="2026-01-20T11:21:46.905" v="5626" actId="20577"/>
          <ac:spMkLst>
            <pc:docMk/>
            <pc:sldMk cId="1435532048" sldId="288"/>
            <ac:spMk id="11" creationId="{78F7EED9-A8D8-2438-7CAE-6745B53DC0DA}"/>
          </ac:spMkLst>
        </pc:spChg>
        <pc:spChg chg="mod">
          <ac:chgData name="Rachel van der Kreeft" userId="39f339f0-2dbe-450e-aa21-3ab55d77f101" providerId="ADAL" clId="{414B025C-8E6D-4060-862C-63AAB481F328}" dt="2026-01-20T11:21:49.682" v="5628" actId="20577"/>
          <ac:spMkLst>
            <pc:docMk/>
            <pc:sldMk cId="1435532048" sldId="288"/>
            <ac:spMk id="12" creationId="{B8A56AC8-8EDE-11AA-5ECC-4729A3285A83}"/>
          </ac:spMkLst>
        </pc:spChg>
      </pc:sldChg>
      <pc:sldChg chg="addSp modSp mod">
        <pc:chgData name="Rachel van der Kreeft" userId="39f339f0-2dbe-450e-aa21-3ab55d77f101" providerId="ADAL" clId="{414B025C-8E6D-4060-862C-63AAB481F328}" dt="2026-01-19T10:38:06.366" v="4063" actId="1076"/>
        <pc:sldMkLst>
          <pc:docMk/>
          <pc:sldMk cId="1416540100" sldId="289"/>
        </pc:sldMkLst>
        <pc:spChg chg="mod">
          <ac:chgData name="Rachel van der Kreeft" userId="39f339f0-2dbe-450e-aa21-3ab55d77f101" providerId="ADAL" clId="{414B025C-8E6D-4060-862C-63AAB481F328}" dt="2026-01-19T10:15:08.975" v="3627" actId="27636"/>
          <ac:spMkLst>
            <pc:docMk/>
            <pc:sldMk cId="1416540100" sldId="289"/>
            <ac:spMk id="3" creationId="{286895B9-E0C9-C1AE-89F5-4333CA5ABABD}"/>
          </ac:spMkLst>
        </pc:spChg>
        <pc:spChg chg="add mod">
          <ac:chgData name="Rachel van der Kreeft" userId="39f339f0-2dbe-450e-aa21-3ab55d77f101" providerId="ADAL" clId="{414B025C-8E6D-4060-862C-63AAB481F328}" dt="2026-01-19T10:36:16.972" v="4021" actId="20577"/>
          <ac:spMkLst>
            <pc:docMk/>
            <pc:sldMk cId="1416540100" sldId="289"/>
            <ac:spMk id="11" creationId="{A414C9F5-537D-7CB0-1FD9-4CE10F319E0E}"/>
          </ac:spMkLst>
        </pc:spChg>
        <pc:spChg chg="add mod">
          <ac:chgData name="Rachel van der Kreeft" userId="39f339f0-2dbe-450e-aa21-3ab55d77f101" providerId="ADAL" clId="{414B025C-8E6D-4060-862C-63AAB481F328}" dt="2026-01-19T10:38:05.962" v="4062" actId="1076"/>
          <ac:spMkLst>
            <pc:docMk/>
            <pc:sldMk cId="1416540100" sldId="289"/>
            <ac:spMk id="13" creationId="{5F8AC0F3-4528-80B1-6953-FF4A78E306BE}"/>
          </ac:spMkLst>
        </pc:spChg>
        <pc:spChg chg="add mod">
          <ac:chgData name="Rachel van der Kreeft" userId="39f339f0-2dbe-450e-aa21-3ab55d77f101" providerId="ADAL" clId="{414B025C-8E6D-4060-862C-63AAB481F328}" dt="2026-01-19T10:36:23.120" v="4025" actId="20577"/>
          <ac:spMkLst>
            <pc:docMk/>
            <pc:sldMk cId="1416540100" sldId="289"/>
            <ac:spMk id="15" creationId="{D181AB82-CE89-BEBE-3461-6F45CDD2A061}"/>
          </ac:spMkLst>
        </pc:spChg>
        <pc:spChg chg="add mod">
          <ac:chgData name="Rachel van der Kreeft" userId="39f339f0-2dbe-450e-aa21-3ab55d77f101" providerId="ADAL" clId="{414B025C-8E6D-4060-862C-63AAB481F328}" dt="2026-01-19T10:38:05.679" v="4061" actId="20577"/>
          <ac:spMkLst>
            <pc:docMk/>
            <pc:sldMk cId="1416540100" sldId="289"/>
            <ac:spMk id="16" creationId="{1877BB27-6A43-186D-5314-F70AB0E09250}"/>
          </ac:spMkLst>
        </pc:spChg>
        <pc:picChg chg="add mod">
          <ac:chgData name="Rachel van der Kreeft" userId="39f339f0-2dbe-450e-aa21-3ab55d77f101" providerId="ADAL" clId="{414B025C-8E6D-4060-862C-63AAB481F328}" dt="2026-01-19T10:27:25.296" v="3759" actId="1076"/>
          <ac:picMkLst>
            <pc:docMk/>
            <pc:sldMk cId="1416540100" sldId="289"/>
            <ac:picMk id="7" creationId="{8B101F96-1346-4D10-9283-ABA8B158F3B3}"/>
          </ac:picMkLst>
        </pc:picChg>
        <pc:picChg chg="add mod">
          <ac:chgData name="Rachel van der Kreeft" userId="39f339f0-2dbe-450e-aa21-3ab55d77f101" providerId="ADAL" clId="{414B025C-8E6D-4060-862C-63AAB481F328}" dt="2026-01-19T10:38:06.366" v="4063" actId="1076"/>
          <ac:picMkLst>
            <pc:docMk/>
            <pc:sldMk cId="1416540100" sldId="289"/>
            <ac:picMk id="8" creationId="{EE02E1FC-C79B-D023-7546-DE37A069BDE5}"/>
          </ac:picMkLst>
        </pc:picChg>
        <pc:picChg chg="add mod">
          <ac:chgData name="Rachel van der Kreeft" userId="39f339f0-2dbe-450e-aa21-3ab55d77f101" providerId="ADAL" clId="{414B025C-8E6D-4060-862C-63AAB481F328}" dt="2026-01-19T10:27:20.248" v="3757" actId="1076"/>
          <ac:picMkLst>
            <pc:docMk/>
            <pc:sldMk cId="1416540100" sldId="289"/>
            <ac:picMk id="9" creationId="{9CF7AD39-5D3E-FE5D-6A27-EFF578969551}"/>
          </ac:picMkLst>
        </pc:picChg>
      </pc:sldChg>
      <pc:sldChg chg="modSp del mod modNotesTx">
        <pc:chgData name="Rachel van der Kreeft" userId="39f339f0-2dbe-450e-aa21-3ab55d77f101" providerId="ADAL" clId="{414B025C-8E6D-4060-862C-63AAB481F328}" dt="2026-01-20T10:53:25.634" v="5298" actId="2696"/>
        <pc:sldMkLst>
          <pc:docMk/>
          <pc:sldMk cId="2189807831" sldId="292"/>
        </pc:sldMkLst>
        <pc:spChg chg="mod">
          <ac:chgData name="Rachel van der Kreeft" userId="39f339f0-2dbe-450e-aa21-3ab55d77f101" providerId="ADAL" clId="{414B025C-8E6D-4060-862C-63AAB481F328}" dt="2026-01-19T19:57:16.618" v="4138" actId="114"/>
          <ac:spMkLst>
            <pc:docMk/>
            <pc:sldMk cId="2189807831" sldId="292"/>
            <ac:spMk id="3" creationId="{746C1FEA-C9F1-4C0A-5540-016A553BE6D6}"/>
          </ac:spMkLst>
        </pc:spChg>
      </pc:sldChg>
      <pc:sldChg chg="modSp del mod">
        <pc:chgData name="Rachel van der Kreeft" userId="39f339f0-2dbe-450e-aa21-3ab55d77f101" providerId="ADAL" clId="{414B025C-8E6D-4060-862C-63AAB481F328}" dt="2026-01-20T11:15:53.564" v="5595" actId="2696"/>
        <pc:sldMkLst>
          <pc:docMk/>
          <pc:sldMk cId="449145874" sldId="293"/>
        </pc:sldMkLst>
      </pc:sldChg>
      <pc:sldChg chg="del">
        <pc:chgData name="Rachel van der Kreeft" userId="39f339f0-2dbe-450e-aa21-3ab55d77f101" providerId="ADAL" clId="{414B025C-8E6D-4060-862C-63AAB481F328}" dt="2026-01-20T11:16:02.460" v="5597" actId="2696"/>
        <pc:sldMkLst>
          <pc:docMk/>
          <pc:sldMk cId="765391269" sldId="295"/>
        </pc:sldMkLst>
      </pc:sldChg>
      <pc:sldChg chg="del">
        <pc:chgData name="Rachel van der Kreeft" userId="39f339f0-2dbe-450e-aa21-3ab55d77f101" providerId="ADAL" clId="{414B025C-8E6D-4060-862C-63AAB481F328}" dt="2026-01-20T11:15:58.964" v="5596" actId="2696"/>
        <pc:sldMkLst>
          <pc:docMk/>
          <pc:sldMk cId="3278231987" sldId="296"/>
        </pc:sldMkLst>
      </pc:sldChg>
      <pc:sldChg chg="modSp del mod">
        <pc:chgData name="Rachel van der Kreeft" userId="39f339f0-2dbe-450e-aa21-3ab55d77f101" providerId="ADAL" clId="{414B025C-8E6D-4060-862C-63AAB481F328}" dt="2026-01-20T11:16:05.454" v="5598" actId="2696"/>
        <pc:sldMkLst>
          <pc:docMk/>
          <pc:sldMk cId="125689853" sldId="298"/>
        </pc:sldMkLst>
        <pc:spChg chg="mod">
          <ac:chgData name="Rachel van der Kreeft" userId="39f339f0-2dbe-450e-aa21-3ab55d77f101" providerId="ADAL" clId="{414B025C-8E6D-4060-862C-63AAB481F328}" dt="2026-01-19T10:51:31.159" v="4106" actId="113"/>
          <ac:spMkLst>
            <pc:docMk/>
            <pc:sldMk cId="125689853" sldId="298"/>
            <ac:spMk id="3" creationId="{06B5305A-743D-6942-0980-20B683AD62D8}"/>
          </ac:spMkLst>
        </pc:spChg>
      </pc:sldChg>
      <pc:sldChg chg="modSp mod">
        <pc:chgData name="Rachel van der Kreeft" userId="39f339f0-2dbe-450e-aa21-3ab55d77f101" providerId="ADAL" clId="{414B025C-8E6D-4060-862C-63AAB481F328}" dt="2026-01-20T11:36:38.028" v="5656" actId="113"/>
        <pc:sldMkLst>
          <pc:docMk/>
          <pc:sldMk cId="2632037003" sldId="299"/>
        </pc:sldMkLst>
        <pc:spChg chg="mod">
          <ac:chgData name="Rachel van der Kreeft" userId="39f339f0-2dbe-450e-aa21-3ab55d77f101" providerId="ADAL" clId="{414B025C-8E6D-4060-862C-63AAB481F328}" dt="2026-01-20T11:36:38.028" v="5656" actId="113"/>
          <ac:spMkLst>
            <pc:docMk/>
            <pc:sldMk cId="2632037003" sldId="299"/>
            <ac:spMk id="3" creationId="{87786343-E07E-6049-0EA3-2538AC25441A}"/>
          </ac:spMkLst>
        </pc:spChg>
      </pc:sldChg>
      <pc:sldChg chg="modSp mod">
        <pc:chgData name="Rachel van der Kreeft" userId="39f339f0-2dbe-450e-aa21-3ab55d77f101" providerId="ADAL" clId="{414B025C-8E6D-4060-862C-63AAB481F328}" dt="2026-01-20T11:48:16.802" v="5675" actId="20577"/>
        <pc:sldMkLst>
          <pc:docMk/>
          <pc:sldMk cId="20610555" sldId="300"/>
        </pc:sldMkLst>
        <pc:spChg chg="mod">
          <ac:chgData name="Rachel van der Kreeft" userId="39f339f0-2dbe-450e-aa21-3ab55d77f101" providerId="ADAL" clId="{414B025C-8E6D-4060-862C-63AAB481F328}" dt="2026-01-20T11:48:16.802" v="5675" actId="20577"/>
          <ac:spMkLst>
            <pc:docMk/>
            <pc:sldMk cId="20610555" sldId="300"/>
            <ac:spMk id="3" creationId="{9E8D12A4-6CA0-3996-4EAB-CAADAEB5109D}"/>
          </ac:spMkLst>
        </pc:spChg>
      </pc:sldChg>
      <pc:sldChg chg="addSp delSp modSp add mod">
        <pc:chgData name="Rachel van der Kreeft" userId="39f339f0-2dbe-450e-aa21-3ab55d77f101" providerId="ADAL" clId="{414B025C-8E6D-4060-862C-63AAB481F328}" dt="2026-01-20T21:34:39.924" v="6009" actId="1076"/>
        <pc:sldMkLst>
          <pc:docMk/>
          <pc:sldMk cId="890653478" sldId="303"/>
        </pc:sldMkLst>
        <pc:spChg chg="mod">
          <ac:chgData name="Rachel van der Kreeft" userId="39f339f0-2dbe-450e-aa21-3ab55d77f101" providerId="ADAL" clId="{414B025C-8E6D-4060-862C-63AAB481F328}" dt="2026-01-19T09:54:59.800" v="3256" actId="1076"/>
          <ac:spMkLst>
            <pc:docMk/>
            <pc:sldMk cId="890653478" sldId="303"/>
            <ac:spMk id="3" creationId="{41DD4F1F-605F-C3BC-3AE0-C497B19DDD3C}"/>
          </ac:spMkLst>
        </pc:spChg>
        <pc:spChg chg="del">
          <ac:chgData name="Rachel van der Kreeft" userId="39f339f0-2dbe-450e-aa21-3ab55d77f101" providerId="ADAL" clId="{414B025C-8E6D-4060-862C-63AAB481F328}" dt="2026-01-20T19:11:21.097" v="5838" actId="21"/>
          <ac:spMkLst>
            <pc:docMk/>
            <pc:sldMk cId="890653478" sldId="303"/>
            <ac:spMk id="5" creationId="{FC1906DE-11E5-F687-64AD-76C48C6BB3BB}"/>
          </ac:spMkLst>
        </pc:spChg>
        <pc:spChg chg="add mod">
          <ac:chgData name="Rachel van der Kreeft" userId="39f339f0-2dbe-450e-aa21-3ab55d77f101" providerId="ADAL" clId="{414B025C-8E6D-4060-862C-63AAB481F328}" dt="2026-01-20T19:19:46.850" v="5854" actId="5793"/>
          <ac:spMkLst>
            <pc:docMk/>
            <pc:sldMk cId="890653478" sldId="303"/>
            <ac:spMk id="9" creationId="{52A0A452-1F46-01CD-076C-294713F51C32}"/>
          </ac:spMkLst>
        </pc:spChg>
        <pc:picChg chg="add del mod">
          <ac:chgData name="Rachel van der Kreeft" userId="39f339f0-2dbe-450e-aa21-3ab55d77f101" providerId="ADAL" clId="{414B025C-8E6D-4060-862C-63AAB481F328}" dt="2026-01-20T21:34:32.600" v="6006" actId="21"/>
          <ac:picMkLst>
            <pc:docMk/>
            <pc:sldMk cId="890653478" sldId="303"/>
            <ac:picMk id="7" creationId="{03D5B376-E6C5-E75F-78FB-23BF5CF9F2F6}"/>
          </ac:picMkLst>
        </pc:picChg>
        <pc:picChg chg="add mod">
          <ac:chgData name="Rachel van der Kreeft" userId="39f339f0-2dbe-450e-aa21-3ab55d77f101" providerId="ADAL" clId="{414B025C-8E6D-4060-862C-63AAB481F328}" dt="2026-01-20T21:34:39.924" v="6009" actId="1076"/>
          <ac:picMkLst>
            <pc:docMk/>
            <pc:sldMk cId="890653478" sldId="303"/>
            <ac:picMk id="8" creationId="{A406C85C-2A21-7174-B3B2-CA784EA3E330}"/>
          </ac:picMkLst>
        </pc:picChg>
      </pc:sldChg>
      <pc:sldChg chg="addSp modSp del mod modNotesTx">
        <pc:chgData name="Rachel van der Kreeft" userId="39f339f0-2dbe-450e-aa21-3ab55d77f101" providerId="ADAL" clId="{414B025C-8E6D-4060-862C-63AAB481F328}" dt="2026-01-20T10:36:27.436" v="4306" actId="2696"/>
        <pc:sldMkLst>
          <pc:docMk/>
          <pc:sldMk cId="515999590" sldId="304"/>
        </pc:sldMkLst>
        <pc:spChg chg="add mod">
          <ac:chgData name="Rachel van der Kreeft" userId="39f339f0-2dbe-450e-aa21-3ab55d77f101" providerId="ADAL" clId="{414B025C-8E6D-4060-862C-63AAB481F328}" dt="2026-01-20T10:34:32.545" v="4276" actId="1076"/>
          <ac:spMkLst>
            <pc:docMk/>
            <pc:sldMk cId="515999590" sldId="304"/>
            <ac:spMk id="7" creationId="{4BDFDCD4-05EE-FFC4-2581-2FF5258DCD0A}"/>
          </ac:spMkLst>
        </pc:spChg>
        <pc:spChg chg="add mod">
          <ac:chgData name="Rachel van der Kreeft" userId="39f339f0-2dbe-450e-aa21-3ab55d77f101" providerId="ADAL" clId="{414B025C-8E6D-4060-862C-63AAB481F328}" dt="2026-01-20T10:34:06.270" v="4273" actId="1076"/>
          <ac:spMkLst>
            <pc:docMk/>
            <pc:sldMk cId="515999590" sldId="304"/>
            <ac:spMk id="12" creationId="{1879AA3B-B55B-188C-09A1-23627B269900}"/>
          </ac:spMkLst>
        </pc:spChg>
      </pc:sldChg>
      <pc:sldChg chg="modSp del mod modNotesTx">
        <pc:chgData name="Rachel van der Kreeft" userId="39f339f0-2dbe-450e-aa21-3ab55d77f101" providerId="ADAL" clId="{414B025C-8E6D-4060-862C-63AAB481F328}" dt="2026-01-20T11:06:26.828" v="5462" actId="2696"/>
        <pc:sldMkLst>
          <pc:docMk/>
          <pc:sldMk cId="1295334119" sldId="305"/>
        </pc:sldMkLst>
        <pc:spChg chg="mod">
          <ac:chgData name="Rachel van der Kreeft" userId="39f339f0-2dbe-450e-aa21-3ab55d77f101" providerId="ADAL" clId="{414B025C-8E6D-4060-862C-63AAB481F328}" dt="2026-01-20T10:55:39.107" v="5302" actId="20577"/>
          <ac:spMkLst>
            <pc:docMk/>
            <pc:sldMk cId="1295334119" sldId="305"/>
            <ac:spMk id="3" creationId="{89523657-0B87-3FA5-3EFA-3E8BCCCCADF1}"/>
          </ac:spMkLst>
        </pc:spChg>
      </pc:sldChg>
      <pc:sldChg chg="addSp delSp modSp add mod ord modShow modNotesTx">
        <pc:chgData name="Rachel van der Kreeft" userId="39f339f0-2dbe-450e-aa21-3ab55d77f101" providerId="ADAL" clId="{414B025C-8E6D-4060-862C-63AAB481F328}" dt="2026-01-20T11:17:51.976" v="5622" actId="20577"/>
        <pc:sldMkLst>
          <pc:docMk/>
          <pc:sldMk cId="2205323382" sldId="307"/>
        </pc:sldMkLst>
        <pc:spChg chg="mod">
          <ac:chgData name="Rachel van der Kreeft" userId="39f339f0-2dbe-450e-aa21-3ab55d77f101" providerId="ADAL" clId="{414B025C-8E6D-4060-862C-63AAB481F328}" dt="2026-01-20T11:17:51.976" v="5622" actId="20577"/>
          <ac:spMkLst>
            <pc:docMk/>
            <pc:sldMk cId="2205323382" sldId="307"/>
            <ac:spMk id="3" creationId="{4D95A4C4-774B-88B9-D8F3-54DEF0D12F6A}"/>
          </ac:spMkLst>
        </pc:spChg>
        <pc:spChg chg="del mod">
          <ac:chgData name="Rachel van der Kreeft" userId="39f339f0-2dbe-450e-aa21-3ab55d77f101" providerId="ADAL" clId="{414B025C-8E6D-4060-862C-63AAB481F328}" dt="2026-01-20T10:35:02.156" v="4286"/>
          <ac:spMkLst>
            <pc:docMk/>
            <pc:sldMk cId="2205323382" sldId="307"/>
            <ac:spMk id="8" creationId="{B39F67C4-583E-A7CA-60D2-71B73B72ACA7}"/>
          </ac:spMkLst>
        </pc:spChg>
        <pc:spChg chg="add mod">
          <ac:chgData name="Rachel van der Kreeft" userId="39f339f0-2dbe-450e-aa21-3ab55d77f101" providerId="ADAL" clId="{414B025C-8E6D-4060-862C-63AAB481F328}" dt="2026-01-20T10:39:08.096" v="4336" actId="20577"/>
          <ac:spMkLst>
            <pc:docMk/>
            <pc:sldMk cId="2205323382" sldId="307"/>
            <ac:spMk id="14" creationId="{47879BCB-0898-872F-922F-64FCAE1BBE9D}"/>
          </ac:spMkLst>
        </pc:spChg>
        <pc:spChg chg="add mod">
          <ac:chgData name="Rachel van der Kreeft" userId="39f339f0-2dbe-450e-aa21-3ab55d77f101" providerId="ADAL" clId="{414B025C-8E6D-4060-862C-63AAB481F328}" dt="2026-01-20T10:38:12.641" v="4323" actId="1076"/>
          <ac:spMkLst>
            <pc:docMk/>
            <pc:sldMk cId="2205323382" sldId="307"/>
            <ac:spMk id="16" creationId="{6447D232-787B-BE5D-A0C0-47C8E826A520}"/>
          </ac:spMkLst>
        </pc:spChg>
        <pc:picChg chg="del mod">
          <ac:chgData name="Rachel van der Kreeft" userId="39f339f0-2dbe-450e-aa21-3ab55d77f101" providerId="ADAL" clId="{414B025C-8E6D-4060-862C-63AAB481F328}" dt="2026-01-20T10:34:56.421" v="4283" actId="21"/>
          <ac:picMkLst>
            <pc:docMk/>
            <pc:sldMk cId="2205323382" sldId="307"/>
            <ac:picMk id="4" creationId="{86D3D736-6394-C006-EA5D-AB7609CC9075}"/>
          </ac:picMkLst>
        </pc:picChg>
        <pc:picChg chg="add mod">
          <ac:chgData name="Rachel van der Kreeft" userId="39f339f0-2dbe-450e-aa21-3ab55d77f101" providerId="ADAL" clId="{414B025C-8E6D-4060-862C-63AAB481F328}" dt="2026-01-20T10:35:39.200" v="4296" actId="1076"/>
          <ac:picMkLst>
            <pc:docMk/>
            <pc:sldMk cId="2205323382" sldId="307"/>
            <ac:picMk id="5" creationId="{CE3781D3-C416-896C-A206-A2B5AD8EB8A2}"/>
          </ac:picMkLst>
        </pc:picChg>
        <pc:picChg chg="add mod">
          <ac:chgData name="Rachel van der Kreeft" userId="39f339f0-2dbe-450e-aa21-3ab55d77f101" providerId="ADAL" clId="{414B025C-8E6D-4060-862C-63AAB481F328}" dt="2026-01-20T10:35:43.751" v="4298" actId="1076"/>
          <ac:picMkLst>
            <pc:docMk/>
            <pc:sldMk cId="2205323382" sldId="307"/>
            <ac:picMk id="10" creationId="{2AAB7D0F-3530-C529-9724-E8BE8C46FA05}"/>
          </ac:picMkLst>
        </pc:picChg>
        <pc:picChg chg="add">
          <ac:chgData name="Rachel van der Kreeft" userId="39f339f0-2dbe-450e-aa21-3ab55d77f101" providerId="ADAL" clId="{414B025C-8E6D-4060-862C-63AAB481F328}" dt="2026-01-20T10:35:52.605" v="4299"/>
          <ac:picMkLst>
            <pc:docMk/>
            <pc:sldMk cId="2205323382" sldId="307"/>
            <ac:picMk id="12" creationId="{0F952DCD-C288-746C-ED1E-EAC1779CB26B}"/>
          </ac:picMkLst>
        </pc:picChg>
      </pc:sldChg>
      <pc:sldChg chg="modSp mod">
        <pc:chgData name="Rachel van der Kreeft" userId="39f339f0-2dbe-450e-aa21-3ab55d77f101" providerId="ADAL" clId="{414B025C-8E6D-4060-862C-63AAB481F328}" dt="2026-01-20T19:54:07.283" v="5993" actId="2711"/>
        <pc:sldMkLst>
          <pc:docMk/>
          <pc:sldMk cId="2553407851" sldId="308"/>
        </pc:sldMkLst>
        <pc:spChg chg="mod">
          <ac:chgData name="Rachel van der Kreeft" userId="39f339f0-2dbe-450e-aa21-3ab55d77f101" providerId="ADAL" clId="{414B025C-8E6D-4060-862C-63AAB481F328}" dt="2026-01-20T19:54:07.283" v="5993" actId="2711"/>
          <ac:spMkLst>
            <pc:docMk/>
            <pc:sldMk cId="2553407851" sldId="308"/>
            <ac:spMk id="12" creationId="{2CF823E2-9294-35B6-82B3-14D9636DD4F0}"/>
          </ac:spMkLst>
        </pc:spChg>
        <pc:spChg chg="mod">
          <ac:chgData name="Rachel van der Kreeft" userId="39f339f0-2dbe-450e-aa21-3ab55d77f101" providerId="ADAL" clId="{414B025C-8E6D-4060-862C-63AAB481F328}" dt="2026-01-20T19:54:02.586" v="5992" actId="2711"/>
          <ac:spMkLst>
            <pc:docMk/>
            <pc:sldMk cId="2553407851" sldId="308"/>
            <ac:spMk id="13" creationId="{D16128F2-B985-1933-DCFF-674DA763B998}"/>
          </ac:spMkLst>
        </pc:spChg>
        <pc:picChg chg="mod">
          <ac:chgData name="Rachel van der Kreeft" userId="39f339f0-2dbe-450e-aa21-3ab55d77f101" providerId="ADAL" clId="{414B025C-8E6D-4060-862C-63AAB481F328}" dt="2026-01-20T14:11:38.734" v="5676" actId="1076"/>
          <ac:picMkLst>
            <pc:docMk/>
            <pc:sldMk cId="2553407851" sldId="308"/>
            <ac:picMk id="8" creationId="{D9839F9E-091E-FD4C-1D2E-F35F5D972874}"/>
          </ac:picMkLst>
        </pc:picChg>
      </pc:sldChg>
      <pc:sldChg chg="addSp delSp modSp add mod ord modShow modNotesTx">
        <pc:chgData name="Rachel van der Kreeft" userId="39f339f0-2dbe-450e-aa21-3ab55d77f101" providerId="ADAL" clId="{414B025C-8E6D-4060-862C-63AAB481F328}" dt="2026-01-20T21:14:09.773" v="6002" actId="20577"/>
        <pc:sldMkLst>
          <pc:docMk/>
          <pc:sldMk cId="321668313" sldId="309"/>
        </pc:sldMkLst>
        <pc:spChg chg="mod">
          <ac:chgData name="Rachel van der Kreeft" userId="39f339f0-2dbe-450e-aa21-3ab55d77f101" providerId="ADAL" clId="{414B025C-8E6D-4060-862C-63AAB481F328}" dt="2026-01-20T11:06:18.644" v="5461" actId="20577"/>
          <ac:spMkLst>
            <pc:docMk/>
            <pc:sldMk cId="321668313" sldId="309"/>
            <ac:spMk id="2" creationId="{8A0354A7-943D-ED1E-FDF2-3DBF2829417C}"/>
          </ac:spMkLst>
        </pc:spChg>
        <pc:spChg chg="mod">
          <ac:chgData name="Rachel van der Kreeft" userId="39f339f0-2dbe-450e-aa21-3ab55d77f101" providerId="ADAL" clId="{414B025C-8E6D-4060-862C-63AAB481F328}" dt="2026-01-20T21:14:09.773" v="6002" actId="20577"/>
          <ac:spMkLst>
            <pc:docMk/>
            <pc:sldMk cId="321668313" sldId="309"/>
            <ac:spMk id="3" creationId="{70607AC7-F524-2D3C-7E17-9A87C5353B28}"/>
          </ac:spMkLst>
        </pc:spChg>
        <pc:spChg chg="add mod">
          <ac:chgData name="Rachel van der Kreeft" userId="39f339f0-2dbe-450e-aa21-3ab55d77f101" providerId="ADAL" clId="{414B025C-8E6D-4060-862C-63AAB481F328}" dt="2026-01-20T11:15:40.922" v="5594" actId="1076"/>
          <ac:spMkLst>
            <pc:docMk/>
            <pc:sldMk cId="321668313" sldId="309"/>
            <ac:spMk id="8" creationId="{CE0EC7AF-FC79-4B6D-2821-6A347A81ACB1}"/>
          </ac:spMkLst>
        </pc:spChg>
        <pc:spChg chg="del">
          <ac:chgData name="Rachel van der Kreeft" userId="39f339f0-2dbe-450e-aa21-3ab55d77f101" providerId="ADAL" clId="{414B025C-8E6D-4060-862C-63AAB481F328}" dt="2026-01-20T11:04:06.256" v="5433" actId="21"/>
          <ac:spMkLst>
            <pc:docMk/>
            <pc:sldMk cId="321668313" sldId="309"/>
            <ac:spMk id="16" creationId="{045E826C-ADC1-37C8-3FA9-1B70E68C9D72}"/>
          </ac:spMkLst>
        </pc:spChg>
        <pc:spChg chg="del">
          <ac:chgData name="Rachel van der Kreeft" userId="39f339f0-2dbe-450e-aa21-3ab55d77f101" providerId="ADAL" clId="{414B025C-8E6D-4060-862C-63AAB481F328}" dt="2026-01-20T11:04:11.052" v="5435" actId="21"/>
          <ac:spMkLst>
            <pc:docMk/>
            <pc:sldMk cId="321668313" sldId="309"/>
            <ac:spMk id="18" creationId="{F94F2F92-614C-F9CE-E5C1-DC11F853B9D5}"/>
          </ac:spMkLst>
        </pc:spChg>
        <pc:picChg chg="del">
          <ac:chgData name="Rachel van der Kreeft" userId="39f339f0-2dbe-450e-aa21-3ab55d77f101" providerId="ADAL" clId="{414B025C-8E6D-4060-862C-63AAB481F328}" dt="2026-01-20T11:04:03.401" v="5432" actId="21"/>
          <ac:picMkLst>
            <pc:docMk/>
            <pc:sldMk cId="321668313" sldId="309"/>
            <ac:picMk id="5" creationId="{2985E276-9C5C-A933-D36F-934969FCE145}"/>
          </ac:picMkLst>
        </pc:picChg>
        <pc:picChg chg="add mod">
          <ac:chgData name="Rachel van der Kreeft" userId="39f339f0-2dbe-450e-aa21-3ab55d77f101" providerId="ADAL" clId="{414B025C-8E6D-4060-862C-63AAB481F328}" dt="2026-01-20T11:15:36.992" v="5593" actId="1076"/>
          <ac:picMkLst>
            <pc:docMk/>
            <pc:sldMk cId="321668313" sldId="309"/>
            <ac:picMk id="6" creationId="{4F4BF94A-313F-956C-0637-685AF4D9BB90}"/>
          </ac:picMkLst>
        </pc:picChg>
        <pc:picChg chg="del">
          <ac:chgData name="Rachel van der Kreeft" userId="39f339f0-2dbe-450e-aa21-3ab55d77f101" providerId="ADAL" clId="{414B025C-8E6D-4060-862C-63AAB481F328}" dt="2026-01-20T11:04:08.197" v="5434" actId="21"/>
          <ac:picMkLst>
            <pc:docMk/>
            <pc:sldMk cId="321668313" sldId="309"/>
            <ac:picMk id="14" creationId="{37129A44-C9E9-D917-0BDA-0FDFD1B06D90}"/>
          </ac:picMkLst>
        </pc:picChg>
      </pc:sldChg>
      <pc:sldChg chg="addSp modSp mod">
        <pc:chgData name="Rachel van der Kreeft" userId="39f339f0-2dbe-450e-aa21-3ab55d77f101" providerId="ADAL" clId="{414B025C-8E6D-4060-862C-63AAB481F328}" dt="2026-01-20T23:18:02.763" v="6368" actId="20577"/>
        <pc:sldMkLst>
          <pc:docMk/>
          <pc:sldMk cId="3878110944" sldId="311"/>
        </pc:sldMkLst>
        <pc:spChg chg="add mod">
          <ac:chgData name="Rachel van der Kreeft" userId="39f339f0-2dbe-450e-aa21-3ab55d77f101" providerId="ADAL" clId="{414B025C-8E6D-4060-862C-63AAB481F328}" dt="2026-01-20T23:17:54.316" v="6364" actId="20577"/>
          <ac:spMkLst>
            <pc:docMk/>
            <pc:sldMk cId="3878110944" sldId="311"/>
            <ac:spMk id="11" creationId="{FE42DA1B-46AA-1530-B51C-E4082B93E598}"/>
          </ac:spMkLst>
        </pc:spChg>
        <pc:spChg chg="add mod">
          <ac:chgData name="Rachel van der Kreeft" userId="39f339f0-2dbe-450e-aa21-3ab55d77f101" providerId="ADAL" clId="{414B025C-8E6D-4060-862C-63AAB481F328}" dt="2026-01-20T23:18:02.763" v="6368" actId="20577"/>
          <ac:spMkLst>
            <pc:docMk/>
            <pc:sldMk cId="3878110944" sldId="311"/>
            <ac:spMk id="13" creationId="{675E3492-63A5-F803-C1D2-E0C1203DECBB}"/>
          </ac:spMkLst>
        </pc:spChg>
      </pc:sldChg>
      <pc:sldChg chg="addSp modSp mod">
        <pc:chgData name="Rachel van der Kreeft" userId="39f339f0-2dbe-450e-aa21-3ab55d77f101" providerId="ADAL" clId="{414B025C-8E6D-4060-862C-63AAB481F328}" dt="2026-01-20T23:18:19.775" v="6372" actId="1076"/>
        <pc:sldMkLst>
          <pc:docMk/>
          <pc:sldMk cId="919178908" sldId="312"/>
        </pc:sldMkLst>
        <pc:spChg chg="add mod">
          <ac:chgData name="Rachel van der Kreeft" userId="39f339f0-2dbe-450e-aa21-3ab55d77f101" providerId="ADAL" clId="{414B025C-8E6D-4060-862C-63AAB481F328}" dt="2026-01-20T23:17:13.241" v="6336" actId="255"/>
          <ac:spMkLst>
            <pc:docMk/>
            <pc:sldMk cId="919178908" sldId="312"/>
            <ac:spMk id="10" creationId="{F19C2363-527E-D704-6FD6-BBC4526BE8CD}"/>
          </ac:spMkLst>
        </pc:spChg>
        <pc:spChg chg="add mod">
          <ac:chgData name="Rachel van der Kreeft" userId="39f339f0-2dbe-450e-aa21-3ab55d77f101" providerId="ADAL" clId="{414B025C-8E6D-4060-862C-63AAB481F328}" dt="2026-01-20T23:18:19.775" v="6372" actId="1076"/>
          <ac:spMkLst>
            <pc:docMk/>
            <pc:sldMk cId="919178908" sldId="312"/>
            <ac:spMk id="12" creationId="{7F009A48-C5A9-22D6-DCEA-A371E10C8F24}"/>
          </ac:spMkLst>
        </pc:spChg>
      </pc:sldChg>
      <pc:sldChg chg="addSp delSp modSp mod">
        <pc:chgData name="Rachel van der Kreeft" userId="39f339f0-2dbe-450e-aa21-3ab55d77f101" providerId="ADAL" clId="{414B025C-8E6D-4060-862C-63AAB481F328}" dt="2026-01-20T23:37:27.557" v="6610" actId="2711"/>
        <pc:sldMkLst>
          <pc:docMk/>
          <pc:sldMk cId="974912090" sldId="314"/>
        </pc:sldMkLst>
        <pc:spChg chg="add mod">
          <ac:chgData name="Rachel van der Kreeft" userId="39f339f0-2dbe-450e-aa21-3ab55d77f101" providerId="ADAL" clId="{414B025C-8E6D-4060-862C-63AAB481F328}" dt="2026-01-20T23:30:39.048" v="6428" actId="1076"/>
          <ac:spMkLst>
            <pc:docMk/>
            <pc:sldMk cId="974912090" sldId="314"/>
            <ac:spMk id="8" creationId="{83A5E5E3-375A-BAFD-3D63-77A2F121E882}"/>
          </ac:spMkLst>
        </pc:spChg>
        <pc:spChg chg="add del mod">
          <ac:chgData name="Rachel van der Kreeft" userId="39f339f0-2dbe-450e-aa21-3ab55d77f101" providerId="ADAL" clId="{414B025C-8E6D-4060-862C-63AAB481F328}" dt="2026-01-20T23:32:05.827" v="6444" actId="21"/>
          <ac:spMkLst>
            <pc:docMk/>
            <pc:sldMk cId="974912090" sldId="314"/>
            <ac:spMk id="9" creationId="{AA762A44-F967-892F-0C0C-A26405445B8A}"/>
          </ac:spMkLst>
        </pc:spChg>
        <pc:spChg chg="add mod">
          <ac:chgData name="Rachel van der Kreeft" userId="39f339f0-2dbe-450e-aa21-3ab55d77f101" providerId="ADAL" clId="{414B025C-8E6D-4060-862C-63AAB481F328}" dt="2026-01-20T23:35:13.758" v="6466" actId="767"/>
          <ac:spMkLst>
            <pc:docMk/>
            <pc:sldMk cId="974912090" sldId="314"/>
            <ac:spMk id="10" creationId="{201DCAFE-4441-0732-051C-4FD5CC5B8A01}"/>
          </ac:spMkLst>
        </pc:spChg>
        <pc:spChg chg="add del mod">
          <ac:chgData name="Rachel van der Kreeft" userId="39f339f0-2dbe-450e-aa21-3ab55d77f101" providerId="ADAL" clId="{414B025C-8E6D-4060-862C-63AAB481F328}" dt="2026-01-20T23:35:29.871" v="6481"/>
          <ac:spMkLst>
            <pc:docMk/>
            <pc:sldMk cId="974912090" sldId="314"/>
            <ac:spMk id="11" creationId="{FA2375C6-F48F-DB46-F13B-A8F74B20C3B3}"/>
          </ac:spMkLst>
        </pc:spChg>
        <pc:spChg chg="add mod">
          <ac:chgData name="Rachel van der Kreeft" userId="39f339f0-2dbe-450e-aa21-3ab55d77f101" providerId="ADAL" clId="{414B025C-8E6D-4060-862C-63AAB481F328}" dt="2026-01-20T23:37:27.557" v="6610" actId="2711"/>
          <ac:spMkLst>
            <pc:docMk/>
            <pc:sldMk cId="974912090" sldId="314"/>
            <ac:spMk id="12" creationId="{F562A2F4-8E52-7247-7F27-3E4726EE9FDB}"/>
          </ac:spMkLst>
        </pc:spChg>
      </pc:sldChg>
      <pc:sldChg chg="delSp modSp add mod ord">
        <pc:chgData name="Rachel van der Kreeft" userId="39f339f0-2dbe-450e-aa21-3ab55d77f101" providerId="ADAL" clId="{414B025C-8E6D-4060-862C-63AAB481F328}" dt="2026-01-20T22:16:12.101" v="6212" actId="20577"/>
        <pc:sldMkLst>
          <pc:docMk/>
          <pc:sldMk cId="3970715873" sldId="316"/>
        </pc:sldMkLst>
        <pc:spChg chg="mod">
          <ac:chgData name="Rachel van der Kreeft" userId="39f339f0-2dbe-450e-aa21-3ab55d77f101" providerId="ADAL" clId="{414B025C-8E6D-4060-862C-63AAB481F328}" dt="2026-01-20T22:16:12.101" v="6212" actId="20577"/>
          <ac:spMkLst>
            <pc:docMk/>
            <pc:sldMk cId="3970715873" sldId="316"/>
            <ac:spMk id="3" creationId="{BA7C3E18-905A-823D-A97B-5FBE6F59DB96}"/>
          </ac:spMkLst>
        </pc:spChg>
        <pc:spChg chg="del">
          <ac:chgData name="Rachel van der Kreeft" userId="39f339f0-2dbe-450e-aa21-3ab55d77f101" providerId="ADAL" clId="{414B025C-8E6D-4060-862C-63AAB481F328}" dt="2026-01-20T22:15:16.296" v="6034" actId="21"/>
          <ac:spMkLst>
            <pc:docMk/>
            <pc:sldMk cId="3970715873" sldId="316"/>
            <ac:spMk id="7" creationId="{50249A13-6855-D5A2-66F5-108112354A1B}"/>
          </ac:spMkLst>
        </pc:spChg>
        <pc:picChg chg="del">
          <ac:chgData name="Rachel van der Kreeft" userId="39f339f0-2dbe-450e-aa21-3ab55d77f101" providerId="ADAL" clId="{414B025C-8E6D-4060-862C-63AAB481F328}" dt="2026-01-20T22:15:13.522" v="6033" actId="21"/>
          <ac:picMkLst>
            <pc:docMk/>
            <pc:sldMk cId="3970715873" sldId="316"/>
            <ac:picMk id="8" creationId="{826B04B9-3646-EDD4-C23F-C7E09DB09ACE}"/>
          </ac:picMkLst>
        </pc:picChg>
      </pc:sldChg>
      <pc:sldChg chg="addSp modSp mod">
        <pc:chgData name="Rachel van der Kreeft" userId="39f339f0-2dbe-450e-aa21-3ab55d77f101" providerId="ADAL" clId="{414B025C-8E6D-4060-862C-63AAB481F328}" dt="2026-01-20T23:34:21.228" v="6462" actId="1076"/>
        <pc:sldMkLst>
          <pc:docMk/>
          <pc:sldMk cId="527250480" sldId="317"/>
        </pc:sldMkLst>
        <pc:spChg chg="add mod">
          <ac:chgData name="Rachel van der Kreeft" userId="39f339f0-2dbe-450e-aa21-3ab55d77f101" providerId="ADAL" clId="{414B025C-8E6D-4060-862C-63AAB481F328}" dt="2026-01-20T23:34:21.228" v="6462" actId="1076"/>
          <ac:spMkLst>
            <pc:docMk/>
            <pc:sldMk cId="527250480" sldId="317"/>
            <ac:spMk id="17" creationId="{1AB464F4-0550-2F6A-C92A-FE5F4EBFC8F3}"/>
          </ac:spMkLst>
        </pc:spChg>
      </pc:sldChg>
    </pc:docChg>
  </pc:docChgLst>
  <pc:docChgLst>
    <pc:chgData name="Steven Benda" userId="S::steven.benda@student.hu.nl::c1147cf1-137b-457a-a46d-cb7b5be5e31b" providerId="AD" clId="Web-{AC126457-0633-4A98-9722-32521487C00D}"/>
    <pc:docChg chg="addSld modSld sldOrd">
      <pc:chgData name="Steven Benda" userId="S::steven.benda@student.hu.nl::c1147cf1-137b-457a-a46d-cb7b5be5e31b" providerId="AD" clId="Web-{AC126457-0633-4A98-9722-32521487C00D}" dt="2026-01-20T20:32:44.610" v="215"/>
      <pc:docMkLst>
        <pc:docMk/>
      </pc:docMkLst>
      <pc:sldChg chg="addSp delSp modSp">
        <pc:chgData name="Steven Benda" userId="S::steven.benda@student.hu.nl::c1147cf1-137b-457a-a46d-cb7b5be5e31b" providerId="AD" clId="Web-{AC126457-0633-4A98-9722-32521487C00D}" dt="2026-01-20T20:32:12.295" v="205" actId="14100"/>
        <pc:sldMkLst>
          <pc:docMk/>
          <pc:sldMk cId="3878110944" sldId="311"/>
        </pc:sldMkLst>
        <pc:spChg chg="mod">
          <ac:chgData name="Steven Benda" userId="S::steven.benda@student.hu.nl::c1147cf1-137b-457a-a46d-cb7b5be5e31b" providerId="AD" clId="Web-{AC126457-0633-4A98-9722-32521487C00D}" dt="2026-01-20T18:56:21.783" v="174" actId="20577"/>
          <ac:spMkLst>
            <pc:docMk/>
            <pc:sldMk cId="3878110944" sldId="311"/>
            <ac:spMk id="6" creationId="{EF2C8EE4-B21B-92DD-B9DA-7464C7911D77}"/>
          </ac:spMkLst>
        </pc:spChg>
        <pc:picChg chg="add del mod">
          <ac:chgData name="Steven Benda" userId="S::steven.benda@student.hu.nl::c1147cf1-137b-457a-a46d-cb7b5be5e31b" providerId="AD" clId="Web-{AC126457-0633-4A98-9722-32521487C00D}" dt="2026-01-20T17:21:09.233" v="146"/>
          <ac:picMkLst>
            <pc:docMk/>
            <pc:sldMk cId="3878110944" sldId="311"/>
            <ac:picMk id="2" creationId="{4845F79E-FEFE-4E16-A532-2785E12CCE0D}"/>
          </ac:picMkLst>
        </pc:picChg>
        <pc:picChg chg="add del mod">
          <ac:chgData name="Steven Benda" userId="S::steven.benda@student.hu.nl::c1147cf1-137b-457a-a46d-cb7b5be5e31b" providerId="AD" clId="Web-{AC126457-0633-4A98-9722-32521487C00D}" dt="2026-01-20T16:08:46.044" v="7"/>
          <ac:picMkLst>
            <pc:docMk/>
            <pc:sldMk cId="3878110944" sldId="311"/>
            <ac:picMk id="2" creationId="{AFD88EB4-0581-438C-9CE8-3C5CF63B3376}"/>
          </ac:picMkLst>
        </pc:picChg>
        <pc:picChg chg="add mod">
          <ac:chgData name="Steven Benda" userId="S::steven.benda@student.hu.nl::c1147cf1-137b-457a-a46d-cb7b5be5e31b" providerId="AD" clId="Web-{AC126457-0633-4A98-9722-32521487C00D}" dt="2026-01-20T20:32:12.295" v="205" actId="14100"/>
          <ac:picMkLst>
            <pc:docMk/>
            <pc:sldMk cId="3878110944" sldId="311"/>
            <ac:picMk id="2" creationId="{B1A834CF-6EC1-617F-2B80-64BEBB737711}"/>
          </ac:picMkLst>
        </pc:picChg>
        <pc:picChg chg="add del mod">
          <ac:chgData name="Steven Benda" userId="S::steven.benda@student.hu.nl::c1147cf1-137b-457a-a46d-cb7b5be5e31b" providerId="AD" clId="Web-{AC126457-0633-4A98-9722-32521487C00D}" dt="2026-01-20T16:09:19.967" v="8"/>
          <ac:picMkLst>
            <pc:docMk/>
            <pc:sldMk cId="3878110944" sldId="311"/>
            <ac:picMk id="3" creationId="{03C189D5-E88B-46CD-E9E4-6E142C6D14FD}"/>
          </ac:picMkLst>
        </pc:picChg>
        <pc:picChg chg="add mod">
          <ac:chgData name="Steven Benda" userId="S::steven.benda@student.hu.nl::c1147cf1-137b-457a-a46d-cb7b5be5e31b" providerId="AD" clId="Web-{AC126457-0633-4A98-9722-32521487C00D}" dt="2026-01-20T20:32:05.372" v="203" actId="14100"/>
          <ac:picMkLst>
            <pc:docMk/>
            <pc:sldMk cId="3878110944" sldId="311"/>
            <ac:picMk id="3" creationId="{2E299501-4D50-502D-4506-650692F0BE33}"/>
          </ac:picMkLst>
        </pc:picChg>
        <pc:picChg chg="add del mod">
          <ac:chgData name="Steven Benda" userId="S::steven.benda@student.hu.nl::c1147cf1-137b-457a-a46d-cb7b5be5e31b" providerId="AD" clId="Web-{AC126457-0633-4A98-9722-32521487C00D}" dt="2026-01-20T17:20:41.809" v="141"/>
          <ac:picMkLst>
            <pc:docMk/>
            <pc:sldMk cId="3878110944" sldId="311"/>
            <ac:picMk id="5" creationId="{E477D379-FFCC-3AA5-9492-30F586B40201}"/>
          </ac:picMkLst>
        </pc:picChg>
        <pc:picChg chg="add del mod">
          <ac:chgData name="Steven Benda" userId="S::steven.benda@student.hu.nl::c1147cf1-137b-457a-a46d-cb7b5be5e31b" providerId="AD" clId="Web-{AC126457-0633-4A98-9722-32521487C00D}" dt="2026-01-20T17:21:26.578" v="151"/>
          <ac:picMkLst>
            <pc:docMk/>
            <pc:sldMk cId="3878110944" sldId="311"/>
            <ac:picMk id="7" creationId="{0144DF6D-5BEB-2EC4-B51F-4733B1F302D0}"/>
          </ac:picMkLst>
        </pc:picChg>
        <pc:picChg chg="del">
          <ac:chgData name="Steven Benda" userId="S::steven.benda@student.hu.nl::c1147cf1-137b-457a-a46d-cb7b5be5e31b" providerId="AD" clId="Web-{AC126457-0633-4A98-9722-32521487C00D}" dt="2026-01-20T16:08:29.793" v="0"/>
          <ac:picMkLst>
            <pc:docMk/>
            <pc:sldMk cId="3878110944" sldId="311"/>
            <ac:picMk id="8" creationId="{C16488FD-37BB-504C-FCEC-12145C4F213F}"/>
          </ac:picMkLst>
        </pc:picChg>
        <pc:picChg chg="add del mod">
          <ac:chgData name="Steven Benda" userId="S::steven.benda@student.hu.nl::c1147cf1-137b-457a-a46d-cb7b5be5e31b" providerId="AD" clId="Web-{AC126457-0633-4A98-9722-32521487C00D}" dt="2026-01-20T17:23:05.161" v="157"/>
          <ac:picMkLst>
            <pc:docMk/>
            <pc:sldMk cId="3878110944" sldId="311"/>
            <ac:picMk id="8" creationId="{FD0E235B-6136-45B1-EA55-BAF8DFBC5BD6}"/>
          </ac:picMkLst>
        </pc:picChg>
        <pc:picChg chg="add del mod">
          <ac:chgData name="Steven Benda" userId="S::steven.benda@student.hu.nl::c1147cf1-137b-457a-a46d-cb7b5be5e31b" providerId="AD" clId="Web-{AC126457-0633-4A98-9722-32521487C00D}" dt="2026-01-20T20:31:38.433" v="195"/>
          <ac:picMkLst>
            <pc:docMk/>
            <pc:sldMk cId="3878110944" sldId="311"/>
            <ac:picMk id="9" creationId="{1A6817C2-3764-4B9E-1F7C-D7C0CCA835C0}"/>
          </ac:picMkLst>
        </pc:picChg>
      </pc:sldChg>
      <pc:sldChg chg="addSp delSp modSp new">
        <pc:chgData name="Steven Benda" userId="S::steven.benda@student.hu.nl::c1147cf1-137b-457a-a46d-cb7b5be5e31b" providerId="AD" clId="Web-{AC126457-0633-4A98-9722-32521487C00D}" dt="2026-01-20T20:32:33.859" v="213" actId="20577"/>
        <pc:sldMkLst>
          <pc:docMk/>
          <pc:sldMk cId="919178908" sldId="312"/>
        </pc:sldMkLst>
        <pc:spChg chg="del">
          <ac:chgData name="Steven Benda" userId="S::steven.benda@student.hu.nl::c1147cf1-137b-457a-a46d-cb7b5be5e31b" providerId="AD" clId="Web-{AC126457-0633-4A98-9722-32521487C00D}" dt="2026-01-20T16:10:44.440" v="22"/>
          <ac:spMkLst>
            <pc:docMk/>
            <pc:sldMk cId="919178908" sldId="312"/>
            <ac:spMk id="2" creationId="{5D2C5788-2BCF-2263-6EE8-D0566452BA99}"/>
          </ac:spMkLst>
        </pc:spChg>
        <pc:spChg chg="del">
          <ac:chgData name="Steven Benda" userId="S::steven.benda@student.hu.nl::c1147cf1-137b-457a-a46d-cb7b5be5e31b" providerId="AD" clId="Web-{AC126457-0633-4A98-9722-32521487C00D}" dt="2026-01-20T16:10:39.283" v="20"/>
          <ac:spMkLst>
            <pc:docMk/>
            <pc:sldMk cId="919178908" sldId="312"/>
            <ac:spMk id="3" creationId="{E7569935-35A4-00EA-7A12-12DA0B933859}"/>
          </ac:spMkLst>
        </pc:spChg>
        <pc:spChg chg="add del mod">
          <ac:chgData name="Steven Benda" userId="S::steven.benda@student.hu.nl::c1147cf1-137b-457a-a46d-cb7b5be5e31b" providerId="AD" clId="Web-{AC126457-0633-4A98-9722-32521487C00D}" dt="2026-01-20T20:09:23.718" v="176"/>
          <ac:spMkLst>
            <pc:docMk/>
            <pc:sldMk cId="919178908" sldId="312"/>
            <ac:spMk id="6" creationId="{95FFE22A-C4F8-AC6B-3FC1-3064BE840BB5}"/>
          </ac:spMkLst>
        </pc:spChg>
        <pc:spChg chg="add mod">
          <ac:chgData name="Steven Benda" userId="S::steven.benda@student.hu.nl::c1147cf1-137b-457a-a46d-cb7b5be5e31b" providerId="AD" clId="Web-{AC126457-0633-4A98-9722-32521487C00D}" dt="2026-01-20T20:32:33.859" v="213" actId="20577"/>
          <ac:spMkLst>
            <pc:docMk/>
            <pc:sldMk cId="919178908" sldId="312"/>
            <ac:spMk id="7" creationId="{4862DBC9-FC7C-73D8-9B4E-C4256A252184}"/>
          </ac:spMkLst>
        </pc:spChg>
        <pc:picChg chg="add del mod">
          <ac:chgData name="Steven Benda" userId="S::steven.benda@student.hu.nl::c1147cf1-137b-457a-a46d-cb7b5be5e31b" providerId="AD" clId="Web-{AC126457-0633-4A98-9722-32521487C00D}" dt="2026-01-20T20:29:10.508" v="180"/>
          <ac:picMkLst>
            <pc:docMk/>
            <pc:sldMk cId="919178908" sldId="312"/>
            <ac:picMk id="2" creationId="{6F38264E-10E0-A156-6582-907BABCF9D35}"/>
          </ac:picMkLst>
        </pc:picChg>
        <pc:picChg chg="add del mod">
          <ac:chgData name="Steven Benda" userId="S::steven.benda@student.hu.nl::c1147cf1-137b-457a-a46d-cb7b5be5e31b" providerId="AD" clId="Web-{AC126457-0633-4A98-9722-32521487C00D}" dt="2026-01-20T17:23:50.461" v="164"/>
          <ac:picMkLst>
            <pc:docMk/>
            <pc:sldMk cId="919178908" sldId="312"/>
            <ac:picMk id="3" creationId="{63514A82-2583-7F1A-F91C-F10B1F7E4253}"/>
          </ac:picMkLst>
        </pc:picChg>
        <pc:picChg chg="add del mod">
          <ac:chgData name="Steven Benda" userId="S::steven.benda@student.hu.nl::c1147cf1-137b-457a-a46d-cb7b5be5e31b" providerId="AD" clId="Web-{AC126457-0633-4A98-9722-32521487C00D}" dt="2026-01-20T20:29:26.026" v="184"/>
          <ac:picMkLst>
            <pc:docMk/>
            <pc:sldMk cId="919178908" sldId="312"/>
            <ac:picMk id="3" creationId="{8A4FA420-0391-9B4A-D789-3598373248E7}"/>
          </ac:picMkLst>
        </pc:picChg>
        <pc:picChg chg="add del mod ord">
          <ac:chgData name="Steven Benda" userId="S::steven.benda@student.hu.nl::c1147cf1-137b-457a-a46d-cb7b5be5e31b" providerId="AD" clId="Web-{AC126457-0633-4A98-9722-32521487C00D}" dt="2026-01-20T20:09:22.203" v="175"/>
          <ac:picMkLst>
            <pc:docMk/>
            <pc:sldMk cId="919178908" sldId="312"/>
            <ac:picMk id="5" creationId="{2393F786-70BA-8920-4865-5F77CB5012A4}"/>
          </ac:picMkLst>
        </pc:picChg>
        <pc:picChg chg="add del mod">
          <ac:chgData name="Steven Benda" userId="S::steven.benda@student.hu.nl::c1147cf1-137b-457a-a46d-cb7b5be5e31b" providerId="AD" clId="Web-{AC126457-0633-4A98-9722-32521487C00D}" dt="2026-01-20T20:29:29.745" v="186"/>
          <ac:picMkLst>
            <pc:docMk/>
            <pc:sldMk cId="919178908" sldId="312"/>
            <ac:picMk id="5" creationId="{CB263D79-54DB-06D6-165B-833BF15683E8}"/>
          </ac:picMkLst>
        </pc:picChg>
        <pc:picChg chg="add del mod">
          <ac:chgData name="Steven Benda" userId="S::steven.benda@student.hu.nl::c1147cf1-137b-457a-a46d-cb7b5be5e31b" providerId="AD" clId="Web-{AC126457-0633-4A98-9722-32521487C00D}" dt="2026-01-20T20:30:01.938" v="189"/>
          <ac:picMkLst>
            <pc:docMk/>
            <pc:sldMk cId="919178908" sldId="312"/>
            <ac:picMk id="6" creationId="{516911C0-2EC0-A1F8-138F-308BC302F60B}"/>
          </ac:picMkLst>
        </pc:picChg>
        <pc:picChg chg="add mod ord">
          <ac:chgData name="Steven Benda" userId="S::steven.benda@student.hu.nl::c1147cf1-137b-457a-a46d-cb7b5be5e31b" providerId="AD" clId="Web-{AC126457-0633-4A98-9722-32521487C00D}" dt="2026-01-20T20:09:34.203" v="179" actId="14100"/>
          <ac:picMkLst>
            <pc:docMk/>
            <pc:sldMk cId="919178908" sldId="312"/>
            <ac:picMk id="8" creationId="{94861389-9944-8CDB-C75B-2DD192FCC858}"/>
          </ac:picMkLst>
        </pc:picChg>
        <pc:picChg chg="add mod">
          <ac:chgData name="Steven Benda" userId="S::steven.benda@student.hu.nl::c1147cf1-137b-457a-a46d-cb7b5be5e31b" providerId="AD" clId="Web-{AC126457-0633-4A98-9722-32521487C00D}" dt="2026-01-20T20:31:21.603" v="194" actId="14100"/>
          <ac:picMkLst>
            <pc:docMk/>
            <pc:sldMk cId="919178908" sldId="312"/>
            <ac:picMk id="9" creationId="{5A4685BD-E1FF-58F6-2721-45A3D972662F}"/>
          </ac:picMkLst>
        </pc:picChg>
      </pc:sldChg>
      <pc:sldChg chg="addSp delSp modSp new ord">
        <pc:chgData name="Steven Benda" userId="S::steven.benda@student.hu.nl::c1147cf1-137b-457a-a46d-cb7b5be5e31b" providerId="AD" clId="Web-{AC126457-0633-4A98-9722-32521487C00D}" dt="2026-01-20T20:32:44.610" v="215"/>
        <pc:sldMkLst>
          <pc:docMk/>
          <pc:sldMk cId="2041189037" sldId="313"/>
        </pc:sldMkLst>
        <pc:spChg chg="mod">
          <ac:chgData name="Steven Benda" userId="S::steven.benda@student.hu.nl::c1147cf1-137b-457a-a46d-cb7b5be5e31b" providerId="AD" clId="Web-{AC126457-0633-4A98-9722-32521487C00D}" dt="2026-01-20T16:53:06.077" v="126" actId="1076"/>
          <ac:spMkLst>
            <pc:docMk/>
            <pc:sldMk cId="2041189037" sldId="313"/>
            <ac:spMk id="2" creationId="{72E542CF-0F2D-043C-FF97-A4475BDCE517}"/>
          </ac:spMkLst>
        </pc:spChg>
        <pc:spChg chg="del mod">
          <ac:chgData name="Steven Benda" userId="S::steven.benda@student.hu.nl::c1147cf1-137b-457a-a46d-cb7b5be5e31b" providerId="AD" clId="Web-{AC126457-0633-4A98-9722-32521487C00D}" dt="2026-01-20T16:53:19.172" v="130"/>
          <ac:spMkLst>
            <pc:docMk/>
            <pc:sldMk cId="2041189037" sldId="313"/>
            <ac:spMk id="3" creationId="{6D4464C6-2974-B14F-0555-01D469AAD130}"/>
          </ac:spMkLst>
        </pc:spChg>
        <pc:spChg chg="add del mod">
          <ac:chgData name="Steven Benda" userId="S::steven.benda@student.hu.nl::c1147cf1-137b-457a-a46d-cb7b5be5e31b" providerId="AD" clId="Web-{AC126457-0633-4A98-9722-32521487C00D}" dt="2026-01-20T16:53:25.610" v="132"/>
          <ac:spMkLst>
            <pc:docMk/>
            <pc:sldMk cId="2041189037" sldId="313"/>
            <ac:spMk id="7" creationId="{D0F10C98-BDF8-01E3-2CCD-220306022FBD}"/>
          </ac:spMkLst>
        </pc:spChg>
        <pc:picChg chg="add mod ord">
          <ac:chgData name="Steven Benda" userId="S::steven.benda@student.hu.nl::c1147cf1-137b-457a-a46d-cb7b5be5e31b" providerId="AD" clId="Web-{AC126457-0633-4A98-9722-32521487C00D}" dt="2026-01-20T16:53:02.952" v="125" actId="1076"/>
          <ac:picMkLst>
            <pc:docMk/>
            <pc:sldMk cId="2041189037" sldId="313"/>
            <ac:picMk id="5" creationId="{89B57D23-9F7E-C53A-A7F4-AD4F5CA65241}"/>
          </ac:picMkLst>
        </pc:picChg>
        <pc:picChg chg="add mod">
          <ac:chgData name="Steven Benda" userId="S::steven.benda@student.hu.nl::c1147cf1-137b-457a-a46d-cb7b5be5e31b" providerId="AD" clId="Web-{AC126457-0633-4A98-9722-32521487C00D}" dt="2026-01-20T16:54:30.191" v="138" actId="14100"/>
          <ac:picMkLst>
            <pc:docMk/>
            <pc:sldMk cId="2041189037" sldId="313"/>
            <ac:picMk id="8" creationId="{FBDE732B-05DE-CBCA-52E7-54A42602A342}"/>
          </ac:picMkLst>
        </pc:picChg>
      </pc:sldChg>
      <pc:sldChg chg="delSp modSp new">
        <pc:chgData name="Steven Benda" userId="S::steven.benda@student.hu.nl::c1147cf1-137b-457a-a46d-cb7b5be5e31b" providerId="AD" clId="Web-{AC126457-0633-4A98-9722-32521487C00D}" dt="2026-01-20T17:04:15.013" v="139"/>
        <pc:sldMkLst>
          <pc:docMk/>
          <pc:sldMk cId="974912090" sldId="314"/>
        </pc:sldMkLst>
        <pc:spChg chg="mod">
          <ac:chgData name="Steven Benda" userId="S::steven.benda@student.hu.nl::c1147cf1-137b-457a-a46d-cb7b5be5e31b" providerId="AD" clId="Web-{AC126457-0633-4A98-9722-32521487C00D}" dt="2026-01-20T16:50:40.027" v="70" actId="20577"/>
          <ac:spMkLst>
            <pc:docMk/>
            <pc:sldMk cId="974912090" sldId="314"/>
            <ac:spMk id="2" creationId="{3A1D9833-CAD3-EA7F-3859-B3EAE1A908CA}"/>
          </ac:spMkLst>
        </pc:spChg>
        <pc:spChg chg="del">
          <ac:chgData name="Steven Benda" userId="S::steven.benda@student.hu.nl::c1147cf1-137b-457a-a46d-cb7b5be5e31b" providerId="AD" clId="Web-{AC126457-0633-4A98-9722-32521487C00D}" dt="2026-01-20T17:04:15.013" v="139"/>
          <ac:spMkLst>
            <pc:docMk/>
            <pc:sldMk cId="974912090" sldId="314"/>
            <ac:spMk id="3" creationId="{7395E041-3C05-D58A-C03E-F2AE1D40861D}"/>
          </ac:spMkLst>
        </pc:spChg>
      </pc:sldChg>
      <pc:sldChg chg="modSp new">
        <pc:chgData name="Steven Benda" userId="S::steven.benda@student.hu.nl::c1147cf1-137b-457a-a46d-cb7b5be5e31b" providerId="AD" clId="Web-{AC126457-0633-4A98-9722-32521487C00D}" dt="2026-01-20T16:50:49.308" v="93" actId="20577"/>
        <pc:sldMkLst>
          <pc:docMk/>
          <pc:sldMk cId="2076278746" sldId="315"/>
        </pc:sldMkLst>
        <pc:spChg chg="mod">
          <ac:chgData name="Steven Benda" userId="S::steven.benda@student.hu.nl::c1147cf1-137b-457a-a46d-cb7b5be5e31b" providerId="AD" clId="Web-{AC126457-0633-4A98-9722-32521487C00D}" dt="2026-01-20T16:50:49.308" v="93" actId="20577"/>
          <ac:spMkLst>
            <pc:docMk/>
            <pc:sldMk cId="2076278746" sldId="315"/>
            <ac:spMk id="2" creationId="{E2B03F57-4F1E-6F64-3C8C-9E40D3DE3B06}"/>
          </ac:spMkLst>
        </pc:spChg>
      </pc:sldChg>
    </pc:docChg>
  </pc:docChgLst>
  <pc:docChgLst>
    <pc:chgData name="Steven Benda" userId="S::steven.benda@student.hu.nl::c1147cf1-137b-457a-a46d-cb7b5be5e31b" providerId="AD" clId="Web-{DA71FD63-1ADA-4549-85E4-E69B1188DBF0}"/>
    <pc:docChg chg="modSld">
      <pc:chgData name="Steven Benda" userId="S::steven.benda@student.hu.nl::c1147cf1-137b-457a-a46d-cb7b5be5e31b" providerId="AD" clId="Web-{DA71FD63-1ADA-4549-85E4-E69B1188DBF0}" dt="2026-01-21T08:56:34.984" v="262" actId="20577"/>
      <pc:docMkLst>
        <pc:docMk/>
      </pc:docMkLst>
      <pc:sldChg chg="modSp">
        <pc:chgData name="Steven Benda" userId="S::steven.benda@student.hu.nl::c1147cf1-137b-457a-a46d-cb7b5be5e31b" providerId="AD" clId="Web-{DA71FD63-1ADA-4549-85E4-E69B1188DBF0}" dt="2026-01-21T08:56:34.984" v="262" actId="20577"/>
        <pc:sldMkLst>
          <pc:docMk/>
          <pc:sldMk cId="3449806516" sldId="282"/>
        </pc:sldMkLst>
        <pc:spChg chg="mod">
          <ac:chgData name="Steven Benda" userId="S::steven.benda@student.hu.nl::c1147cf1-137b-457a-a46d-cb7b5be5e31b" providerId="AD" clId="Web-{DA71FD63-1ADA-4549-85E4-E69B1188DBF0}" dt="2026-01-21T08:56:34.984" v="262" actId="20577"/>
          <ac:spMkLst>
            <pc:docMk/>
            <pc:sldMk cId="3449806516" sldId="282"/>
            <ac:spMk id="3" creationId="{05CAD9D8-080F-5C4A-5CC4-A99056D051E9}"/>
          </ac:spMkLst>
        </pc:spChg>
      </pc:sldChg>
    </pc:docChg>
  </pc:docChgLst>
  <pc:docChgLst>
    <pc:chgData name="Steven Benda" userId="S::steven.benda@student.hu.nl::c1147cf1-137b-457a-a46d-cb7b5be5e31b" providerId="AD" clId="Web-{5FBB4AE0-335A-483D-82CE-FA1B518927BE}"/>
    <pc:docChg chg="addSld delSld modSld sldOrd">
      <pc:chgData name="Steven Benda" userId="S::steven.benda@student.hu.nl::c1147cf1-137b-457a-a46d-cb7b5be5e31b" providerId="AD" clId="Web-{5FBB4AE0-335A-483D-82CE-FA1B518927BE}" dt="2026-01-20T13:19:16.261" v="615"/>
      <pc:docMkLst>
        <pc:docMk/>
      </pc:docMkLst>
      <pc:sldChg chg="delSp modSp mod modShow">
        <pc:chgData name="Steven Benda" userId="S::steven.benda@student.hu.nl::c1147cf1-137b-457a-a46d-cb7b5be5e31b" providerId="AD" clId="Web-{5FBB4AE0-335A-483D-82CE-FA1B518927BE}" dt="2026-01-20T10:28:28.600" v="246"/>
        <pc:sldMkLst>
          <pc:docMk/>
          <pc:sldMk cId="175593038" sldId="258"/>
        </pc:sldMkLst>
        <pc:spChg chg="mod">
          <ac:chgData name="Steven Benda" userId="S::steven.benda@student.hu.nl::c1147cf1-137b-457a-a46d-cb7b5be5e31b" providerId="AD" clId="Web-{5FBB4AE0-335A-483D-82CE-FA1B518927BE}" dt="2026-01-20T10:21:14.201" v="4" actId="20577"/>
          <ac:spMkLst>
            <pc:docMk/>
            <pc:sldMk cId="175593038" sldId="258"/>
            <ac:spMk id="3" creationId="{411A1753-A214-F635-91DE-2FA12854B78F}"/>
          </ac:spMkLst>
        </pc:spChg>
        <pc:spChg chg="del">
          <ac:chgData name="Steven Benda" userId="S::steven.benda@student.hu.nl::c1147cf1-137b-457a-a46d-cb7b5be5e31b" providerId="AD" clId="Web-{5FBB4AE0-335A-483D-82CE-FA1B518927BE}" dt="2026-01-20T10:20:49.778" v="0"/>
          <ac:spMkLst>
            <pc:docMk/>
            <pc:sldMk cId="175593038" sldId="258"/>
            <ac:spMk id="6" creationId="{5D6E539A-F6ED-301A-6C28-F56CAB5F4F72}"/>
          </ac:spMkLst>
        </pc:spChg>
      </pc:sldChg>
      <pc:sldChg chg="del mod modShow">
        <pc:chgData name="Steven Benda" userId="S::steven.benda@student.hu.nl::c1147cf1-137b-457a-a46d-cb7b5be5e31b" providerId="AD" clId="Web-{5FBB4AE0-335A-483D-82CE-FA1B518927BE}" dt="2026-01-20T13:17:44.165" v="613"/>
        <pc:sldMkLst>
          <pc:docMk/>
          <pc:sldMk cId="3824249926" sldId="269"/>
        </pc:sldMkLst>
      </pc:sldChg>
      <pc:sldChg chg="mod modShow">
        <pc:chgData name="Steven Benda" userId="S::steven.benda@student.hu.nl::c1147cf1-137b-457a-a46d-cb7b5be5e31b" providerId="AD" clId="Web-{5FBB4AE0-335A-483D-82CE-FA1B518927BE}" dt="2026-01-20T10:28:31.210" v="248"/>
        <pc:sldMkLst>
          <pc:docMk/>
          <pc:sldMk cId="1544376239" sldId="277"/>
        </pc:sldMkLst>
      </pc:sldChg>
      <pc:sldChg chg="del mod modShow">
        <pc:chgData name="Steven Benda" userId="S::steven.benda@student.hu.nl::c1147cf1-137b-457a-a46d-cb7b5be5e31b" providerId="AD" clId="Web-{5FBB4AE0-335A-483D-82CE-FA1B518927BE}" dt="2026-01-20T10:33:44.572" v="274"/>
        <pc:sldMkLst>
          <pc:docMk/>
          <pc:sldMk cId="1683410187" sldId="281"/>
        </pc:sldMkLst>
      </pc:sldChg>
      <pc:sldChg chg="del mod modShow">
        <pc:chgData name="Steven Benda" userId="S::steven.benda@student.hu.nl::c1147cf1-137b-457a-a46d-cb7b5be5e31b" providerId="AD" clId="Web-{5FBB4AE0-335A-483D-82CE-FA1B518927BE}" dt="2026-01-20T11:05:40.438" v="323"/>
        <pc:sldMkLst>
          <pc:docMk/>
          <pc:sldMk cId="39045713" sldId="284"/>
        </pc:sldMkLst>
      </pc:sldChg>
      <pc:sldChg chg="delSp modSp">
        <pc:chgData name="Steven Benda" userId="S::steven.benda@student.hu.nl::c1147cf1-137b-457a-a46d-cb7b5be5e31b" providerId="AD" clId="Web-{5FBB4AE0-335A-483D-82CE-FA1B518927BE}" dt="2026-01-20T10:31:05.633" v="272"/>
        <pc:sldMkLst>
          <pc:docMk/>
          <pc:sldMk cId="2474569360" sldId="285"/>
        </pc:sldMkLst>
        <pc:spChg chg="mod">
          <ac:chgData name="Steven Benda" userId="S::steven.benda@student.hu.nl::c1147cf1-137b-457a-a46d-cb7b5be5e31b" providerId="AD" clId="Web-{5FBB4AE0-335A-483D-82CE-FA1B518927BE}" dt="2026-01-20T10:31:02.430" v="271" actId="20577"/>
          <ac:spMkLst>
            <pc:docMk/>
            <pc:sldMk cId="2474569360" sldId="285"/>
            <ac:spMk id="2" creationId="{BF9405FB-9936-15B5-1D8B-424E617D3389}"/>
          </ac:spMkLst>
        </pc:spChg>
        <pc:spChg chg="del">
          <ac:chgData name="Steven Benda" userId="S::steven.benda@student.hu.nl::c1147cf1-137b-457a-a46d-cb7b5be5e31b" providerId="AD" clId="Web-{5FBB4AE0-335A-483D-82CE-FA1B518927BE}" dt="2026-01-20T10:31:05.633" v="272"/>
          <ac:spMkLst>
            <pc:docMk/>
            <pc:sldMk cId="2474569360" sldId="285"/>
            <ac:spMk id="6" creationId="{98715181-08D9-8CCB-F85D-C45209C73B34}"/>
          </ac:spMkLst>
        </pc:spChg>
      </pc:sldChg>
      <pc:sldChg chg="del mod modShow">
        <pc:chgData name="Steven Benda" userId="S::steven.benda@student.hu.nl::c1147cf1-137b-457a-a46d-cb7b5be5e31b" providerId="AD" clId="Web-{5FBB4AE0-335A-483D-82CE-FA1B518927BE}" dt="2026-01-20T10:33:48.463" v="275"/>
        <pc:sldMkLst>
          <pc:docMk/>
          <pc:sldMk cId="2104265184" sldId="287"/>
        </pc:sldMkLst>
      </pc:sldChg>
      <pc:sldChg chg="addSp delSp modSp mod setBg">
        <pc:chgData name="Steven Benda" userId="S::steven.benda@student.hu.nl::c1147cf1-137b-457a-a46d-cb7b5be5e31b" providerId="AD" clId="Web-{5FBB4AE0-335A-483D-82CE-FA1B518927BE}" dt="2026-01-20T11:09:02.756" v="488" actId="20577"/>
        <pc:sldMkLst>
          <pc:docMk/>
          <pc:sldMk cId="1435532048" sldId="288"/>
        </pc:sldMkLst>
        <pc:spChg chg="mod ord">
          <ac:chgData name="Steven Benda" userId="S::steven.benda@student.hu.nl::c1147cf1-137b-457a-a46d-cb7b5be5e31b" providerId="AD" clId="Web-{5FBB4AE0-335A-483D-82CE-FA1B518927BE}" dt="2026-01-20T11:07:04.969" v="329"/>
          <ac:spMkLst>
            <pc:docMk/>
            <pc:sldMk cId="1435532048" sldId="288"/>
            <ac:spMk id="2" creationId="{F85B26A9-FF49-559C-C17B-858C6A961E3D}"/>
          </ac:spMkLst>
        </pc:spChg>
        <pc:spChg chg="del mod">
          <ac:chgData name="Steven Benda" userId="S::steven.benda@student.hu.nl::c1147cf1-137b-457a-a46d-cb7b5be5e31b" providerId="AD" clId="Web-{5FBB4AE0-335A-483D-82CE-FA1B518927BE}" dt="2026-01-20T10:50:32.708" v="297"/>
          <ac:spMkLst>
            <pc:docMk/>
            <pc:sldMk cId="1435532048" sldId="288"/>
            <ac:spMk id="3" creationId="{9088A7AE-0054-CAE3-4157-3887015A2CB6}"/>
          </ac:spMkLst>
        </pc:spChg>
        <pc:spChg chg="del">
          <ac:chgData name="Steven Benda" userId="S::steven.benda@student.hu.nl::c1147cf1-137b-457a-a46d-cb7b5be5e31b" providerId="AD" clId="Web-{5FBB4AE0-335A-483D-82CE-FA1B518927BE}" dt="2026-01-20T10:30:18.867" v="257"/>
          <ac:spMkLst>
            <pc:docMk/>
            <pc:sldMk cId="1435532048" sldId="288"/>
            <ac:spMk id="4" creationId="{CAECA8B2-504A-816E-9B70-4D0C657F1244}"/>
          </ac:spMkLst>
        </pc:spChg>
        <pc:spChg chg="del">
          <ac:chgData name="Steven Benda" userId="S::steven.benda@student.hu.nl::c1147cf1-137b-457a-a46d-cb7b5be5e31b" providerId="AD" clId="Web-{5FBB4AE0-335A-483D-82CE-FA1B518927BE}" dt="2026-01-20T10:50:57.490" v="301"/>
          <ac:spMkLst>
            <pc:docMk/>
            <pc:sldMk cId="1435532048" sldId="288"/>
            <ac:spMk id="5" creationId="{FFE07509-B571-4167-ABD5-E952C9EB63E8}"/>
          </ac:spMkLst>
        </pc:spChg>
        <pc:spChg chg="del">
          <ac:chgData name="Steven Benda" userId="S::steven.benda@student.hu.nl::c1147cf1-137b-457a-a46d-cb7b5be5e31b" providerId="AD" clId="Web-{5FBB4AE0-335A-483D-82CE-FA1B518927BE}" dt="2026-01-20T10:50:59.474" v="302"/>
          <ac:spMkLst>
            <pc:docMk/>
            <pc:sldMk cId="1435532048" sldId="288"/>
            <ac:spMk id="6" creationId="{A638105B-3971-A838-F69E-B81946B2C56C}"/>
          </ac:spMkLst>
        </pc:spChg>
        <pc:spChg chg="add mod">
          <ac:chgData name="Steven Benda" userId="S::steven.benda@student.hu.nl::c1147cf1-137b-457a-a46d-cb7b5be5e31b" providerId="AD" clId="Web-{5FBB4AE0-335A-483D-82CE-FA1B518927BE}" dt="2026-01-20T11:09:02.756" v="488" actId="20577"/>
          <ac:spMkLst>
            <pc:docMk/>
            <pc:sldMk cId="1435532048" sldId="288"/>
            <ac:spMk id="11" creationId="{78F7EED9-A8D8-2438-7CAE-6745B53DC0DA}"/>
          </ac:spMkLst>
        </pc:spChg>
        <pc:spChg chg="add mod">
          <ac:chgData name="Steven Benda" userId="S::steven.benda@student.hu.nl::c1147cf1-137b-457a-a46d-cb7b5be5e31b" providerId="AD" clId="Web-{5FBB4AE0-335A-483D-82CE-FA1B518927BE}" dt="2026-01-20T11:08:53.068" v="461" actId="20577"/>
          <ac:spMkLst>
            <pc:docMk/>
            <pc:sldMk cId="1435532048" sldId="288"/>
            <ac:spMk id="12" creationId="{B8A56AC8-8EDE-11AA-5ECC-4729A3285A83}"/>
          </ac:spMkLst>
        </pc:spChg>
        <pc:picChg chg="add del mod">
          <ac:chgData name="Steven Benda" userId="S::steven.benda@student.hu.nl::c1147cf1-137b-457a-a46d-cb7b5be5e31b" providerId="AD" clId="Web-{5FBB4AE0-335A-483D-82CE-FA1B518927BE}" dt="2026-01-20T10:51:47.728" v="306"/>
          <ac:picMkLst>
            <pc:docMk/>
            <pc:sldMk cId="1435532048" sldId="288"/>
            <ac:picMk id="7" creationId="{12566E47-2D41-F9B4-D787-6B2493230BF1}"/>
          </ac:picMkLst>
        </pc:picChg>
        <pc:picChg chg="add del mod">
          <ac:chgData name="Steven Benda" userId="S::steven.benda@student.hu.nl::c1147cf1-137b-457a-a46d-cb7b5be5e31b" providerId="AD" clId="Web-{5FBB4AE0-335A-483D-82CE-FA1B518927BE}" dt="2026-01-20T10:54:43.003" v="310"/>
          <ac:picMkLst>
            <pc:docMk/>
            <pc:sldMk cId="1435532048" sldId="288"/>
            <ac:picMk id="8" creationId="{6706EDB8-D6B9-8BC2-99E5-5F1C458FCF25}"/>
          </ac:picMkLst>
        </pc:picChg>
        <pc:picChg chg="add del mod">
          <ac:chgData name="Steven Benda" userId="S::steven.benda@student.hu.nl::c1147cf1-137b-457a-a46d-cb7b5be5e31b" providerId="AD" clId="Web-{5FBB4AE0-335A-483D-82CE-FA1B518927BE}" dt="2026-01-20T11:06:48.985" v="328"/>
          <ac:picMkLst>
            <pc:docMk/>
            <pc:sldMk cId="1435532048" sldId="288"/>
            <ac:picMk id="9" creationId="{8F5CC72C-9129-8E20-9361-2912877EDC3A}"/>
          </ac:picMkLst>
        </pc:picChg>
        <pc:picChg chg="add mod">
          <ac:chgData name="Steven Benda" userId="S::steven.benda@student.hu.nl::c1147cf1-137b-457a-a46d-cb7b5be5e31b" providerId="AD" clId="Web-{5FBB4AE0-335A-483D-82CE-FA1B518927BE}" dt="2026-01-20T11:06:29" v="326" actId="1076"/>
          <ac:picMkLst>
            <pc:docMk/>
            <pc:sldMk cId="1435532048" sldId="288"/>
            <ac:picMk id="10" creationId="{E81CF3BC-DB2C-2167-6AFB-1F569F6F897D}"/>
          </ac:picMkLst>
        </pc:picChg>
      </pc:sldChg>
      <pc:sldChg chg="del mod modShow">
        <pc:chgData name="Steven Benda" userId="S::steven.benda@student.hu.nl::c1147cf1-137b-457a-a46d-cb7b5be5e31b" providerId="AD" clId="Web-{5FBB4AE0-335A-483D-82CE-FA1B518927BE}" dt="2026-01-20T11:05:43.844" v="324"/>
        <pc:sldMkLst>
          <pc:docMk/>
          <pc:sldMk cId="1416540100" sldId="289"/>
        </pc:sldMkLst>
      </pc:sldChg>
      <pc:sldChg chg="del">
        <pc:chgData name="Steven Benda" userId="S::steven.benda@student.hu.nl::c1147cf1-137b-457a-a46d-cb7b5be5e31b" providerId="AD" clId="Web-{5FBB4AE0-335A-483D-82CE-FA1B518927BE}" dt="2026-01-20T10:30:52.086" v="268"/>
        <pc:sldMkLst>
          <pc:docMk/>
          <pc:sldMk cId="942290080" sldId="290"/>
        </pc:sldMkLst>
      </pc:sldChg>
      <pc:sldChg chg="modSp mod modShow">
        <pc:chgData name="Steven Benda" userId="S::steven.benda@student.hu.nl::c1147cf1-137b-457a-a46d-cb7b5be5e31b" providerId="AD" clId="Web-{5FBB4AE0-335A-483D-82CE-FA1B518927BE}" dt="2026-01-20T10:28:30.460" v="247"/>
        <pc:sldMkLst>
          <pc:docMk/>
          <pc:sldMk cId="2189807831" sldId="292"/>
        </pc:sldMkLst>
        <pc:spChg chg="mod">
          <ac:chgData name="Steven Benda" userId="S::steven.benda@student.hu.nl::c1147cf1-137b-457a-a46d-cb7b5be5e31b" providerId="AD" clId="Web-{5FBB4AE0-335A-483D-82CE-FA1B518927BE}" dt="2026-01-20T10:21:34.326" v="7" actId="20577"/>
          <ac:spMkLst>
            <pc:docMk/>
            <pc:sldMk cId="2189807831" sldId="292"/>
            <ac:spMk id="3" creationId="{746C1FEA-C9F1-4C0A-5540-016A553BE6D6}"/>
          </ac:spMkLst>
        </pc:spChg>
      </pc:sldChg>
      <pc:sldChg chg="mod modShow">
        <pc:chgData name="Steven Benda" userId="S::steven.benda@student.hu.nl::c1147cf1-137b-457a-a46d-cb7b5be5e31b" providerId="AD" clId="Web-{5FBB4AE0-335A-483D-82CE-FA1B518927BE}" dt="2026-01-20T10:27:49.412" v="219"/>
        <pc:sldMkLst>
          <pc:docMk/>
          <pc:sldMk cId="449145874" sldId="293"/>
        </pc:sldMkLst>
      </pc:sldChg>
      <pc:sldChg chg="mod modShow">
        <pc:chgData name="Steven Benda" userId="S::steven.benda@student.hu.nl::c1147cf1-137b-457a-a46d-cb7b5be5e31b" providerId="AD" clId="Web-{5FBB4AE0-335A-483D-82CE-FA1B518927BE}" dt="2026-01-20T10:28:16.162" v="244"/>
        <pc:sldMkLst>
          <pc:docMk/>
          <pc:sldMk cId="765391269" sldId="295"/>
        </pc:sldMkLst>
      </pc:sldChg>
      <pc:sldChg chg="mod modShow">
        <pc:chgData name="Steven Benda" userId="S::steven.benda@student.hu.nl::c1147cf1-137b-457a-a46d-cb7b5be5e31b" providerId="AD" clId="Web-{5FBB4AE0-335A-483D-82CE-FA1B518927BE}" dt="2026-01-20T10:27:56.100" v="220"/>
        <pc:sldMkLst>
          <pc:docMk/>
          <pc:sldMk cId="3278231987" sldId="296"/>
        </pc:sldMkLst>
      </pc:sldChg>
      <pc:sldChg chg="mod modShow">
        <pc:chgData name="Steven Benda" userId="S::steven.benda@student.hu.nl::c1147cf1-137b-457a-a46d-cb7b5be5e31b" providerId="AD" clId="Web-{5FBB4AE0-335A-483D-82CE-FA1B518927BE}" dt="2026-01-20T10:28:24.350" v="245"/>
        <pc:sldMkLst>
          <pc:docMk/>
          <pc:sldMk cId="125689853" sldId="298"/>
        </pc:sldMkLst>
      </pc:sldChg>
      <pc:sldChg chg="addSp delSp modSp new">
        <pc:chgData name="Steven Benda" userId="S::steven.benda@student.hu.nl::c1147cf1-137b-457a-a46d-cb7b5be5e31b" providerId="AD" clId="Web-{5FBB4AE0-335A-483D-82CE-FA1B518927BE}" dt="2026-01-20T10:25:04.613" v="108" actId="20577"/>
        <pc:sldMkLst>
          <pc:docMk/>
          <pc:sldMk cId="515999590" sldId="304"/>
        </pc:sldMkLst>
        <pc:spChg chg="mod">
          <ac:chgData name="Steven Benda" userId="S::steven.benda@student.hu.nl::c1147cf1-137b-457a-a46d-cb7b5be5e31b" providerId="AD" clId="Web-{5FBB4AE0-335A-483D-82CE-FA1B518927BE}" dt="2026-01-20T10:23:07.470" v="15" actId="20577"/>
          <ac:spMkLst>
            <pc:docMk/>
            <pc:sldMk cId="515999590" sldId="304"/>
            <ac:spMk id="2" creationId="{427875E6-BCFA-2F15-A68B-45E2546E57ED}"/>
          </ac:spMkLst>
        </pc:spChg>
        <pc:spChg chg="del">
          <ac:chgData name="Steven Benda" userId="S::steven.benda@student.hu.nl::c1147cf1-137b-457a-a46d-cb7b5be5e31b" providerId="AD" clId="Web-{5FBB4AE0-335A-483D-82CE-FA1B518927BE}" dt="2026-01-20T10:23:41.830" v="20"/>
          <ac:spMkLst>
            <pc:docMk/>
            <pc:sldMk cId="515999590" sldId="304"/>
            <ac:spMk id="3" creationId="{27CFF1AE-9012-E867-AC67-D504846854DF}"/>
          </ac:spMkLst>
        </pc:spChg>
        <pc:spChg chg="add mod">
          <ac:chgData name="Steven Benda" userId="S::steven.benda@student.hu.nl::c1147cf1-137b-457a-a46d-cb7b5be5e31b" providerId="AD" clId="Web-{5FBB4AE0-335A-483D-82CE-FA1B518927BE}" dt="2026-01-20T10:25:04.613" v="108" actId="20577"/>
          <ac:spMkLst>
            <pc:docMk/>
            <pc:sldMk cId="515999590" sldId="304"/>
            <ac:spMk id="11" creationId="{2891B6E9-594F-4660-05B2-9FEEEDB2748B}"/>
          </ac:spMkLst>
        </pc:spChg>
        <pc:picChg chg="add del">
          <ac:chgData name="Steven Benda" userId="S::steven.benda@student.hu.nl::c1147cf1-137b-457a-a46d-cb7b5be5e31b" providerId="AD" clId="Web-{5FBB4AE0-335A-483D-82CE-FA1B518927BE}" dt="2026-01-20T10:23:46.877" v="23"/>
          <ac:picMkLst>
            <pc:docMk/>
            <pc:sldMk cId="515999590" sldId="304"/>
            <ac:picMk id="6" creationId="{D0C0FCCC-D363-B397-C0D6-1C2661C077E5}"/>
          </ac:picMkLst>
        </pc:picChg>
        <pc:picChg chg="add mod">
          <ac:chgData name="Steven Benda" userId="S::steven.benda@student.hu.nl::c1147cf1-137b-457a-a46d-cb7b5be5e31b" providerId="AD" clId="Web-{5FBB4AE0-335A-483D-82CE-FA1B518927BE}" dt="2026-01-20T10:23:54.814" v="26" actId="14100"/>
          <ac:picMkLst>
            <pc:docMk/>
            <pc:sldMk cId="515999590" sldId="304"/>
            <ac:picMk id="8" creationId="{1FA98F38-D1D3-7368-9C8A-3690A46097B4}"/>
          </ac:picMkLst>
        </pc:picChg>
        <pc:picChg chg="add mod">
          <ac:chgData name="Steven Benda" userId="S::steven.benda@student.hu.nl::c1147cf1-137b-457a-a46d-cb7b5be5e31b" providerId="AD" clId="Web-{5FBB4AE0-335A-483D-82CE-FA1B518927BE}" dt="2026-01-20T10:23:43.658" v="21" actId="1076"/>
          <ac:picMkLst>
            <pc:docMk/>
            <pc:sldMk cId="515999590" sldId="304"/>
            <ac:picMk id="10" creationId="{3FB05BE1-D3DD-D84D-51BE-9A29EE1E6446}"/>
          </ac:picMkLst>
        </pc:picChg>
      </pc:sldChg>
      <pc:sldChg chg="modSp new ord">
        <pc:chgData name="Steven Benda" userId="S::steven.benda@student.hu.nl::c1147cf1-137b-457a-a46d-cb7b5be5e31b" providerId="AD" clId="Web-{5FBB4AE0-335A-483D-82CE-FA1B518927BE}" dt="2026-01-20T10:28:07.475" v="243" actId="20577"/>
        <pc:sldMkLst>
          <pc:docMk/>
          <pc:sldMk cId="1295334119" sldId="305"/>
        </pc:sldMkLst>
        <pc:spChg chg="mod">
          <ac:chgData name="Steven Benda" userId="S::steven.benda@student.hu.nl::c1147cf1-137b-457a-a46d-cb7b5be5e31b" providerId="AD" clId="Web-{5FBB4AE0-335A-483D-82CE-FA1B518927BE}" dt="2026-01-20T10:26:53.771" v="124" actId="20577"/>
          <ac:spMkLst>
            <pc:docMk/>
            <pc:sldMk cId="1295334119" sldId="305"/>
            <ac:spMk id="2" creationId="{1330EAE1-07C4-97DC-0385-15660B8A17B0}"/>
          </ac:spMkLst>
        </pc:spChg>
        <pc:spChg chg="mod">
          <ac:chgData name="Steven Benda" userId="S::steven.benda@student.hu.nl::c1147cf1-137b-457a-a46d-cb7b5be5e31b" providerId="AD" clId="Web-{5FBB4AE0-335A-483D-82CE-FA1B518927BE}" dt="2026-01-20T10:28:07.475" v="243" actId="20577"/>
          <ac:spMkLst>
            <pc:docMk/>
            <pc:sldMk cId="1295334119" sldId="305"/>
            <ac:spMk id="3" creationId="{89523657-0B87-3FA5-3EFA-3E8BCCCCADF1}"/>
          </ac:spMkLst>
        </pc:spChg>
      </pc:sldChg>
      <pc:sldChg chg="modSp new">
        <pc:chgData name="Steven Benda" userId="S::steven.benda@student.hu.nl::c1147cf1-137b-457a-a46d-cb7b5be5e31b" providerId="AD" clId="Web-{5FBB4AE0-335A-483D-82CE-FA1B518927BE}" dt="2026-01-20T10:34:06.714" v="289" actId="20577"/>
        <pc:sldMkLst>
          <pc:docMk/>
          <pc:sldMk cId="757796758" sldId="306"/>
        </pc:sldMkLst>
        <pc:spChg chg="mod">
          <ac:chgData name="Steven Benda" userId="S::steven.benda@student.hu.nl::c1147cf1-137b-457a-a46d-cb7b5be5e31b" providerId="AD" clId="Web-{5FBB4AE0-335A-483D-82CE-FA1B518927BE}" dt="2026-01-20T10:34:06.714" v="289" actId="20577"/>
          <ac:spMkLst>
            <pc:docMk/>
            <pc:sldMk cId="757796758" sldId="306"/>
            <ac:spMk id="2" creationId="{C9B8343C-24AA-303C-2BEF-CBBA254D8149}"/>
          </ac:spMkLst>
        </pc:spChg>
      </pc:sldChg>
      <pc:sldChg chg="addSp delSp modSp new modTransition">
        <pc:chgData name="Steven Benda" userId="S::steven.benda@student.hu.nl::c1147cf1-137b-457a-a46d-cb7b5be5e31b" providerId="AD" clId="Web-{5FBB4AE0-335A-483D-82CE-FA1B518927BE}" dt="2026-01-20T13:19:16.261" v="615"/>
        <pc:sldMkLst>
          <pc:docMk/>
          <pc:sldMk cId="2553407851" sldId="308"/>
        </pc:sldMkLst>
        <pc:spChg chg="del">
          <ac:chgData name="Steven Benda" userId="S::steven.benda@student.hu.nl::c1147cf1-137b-457a-a46d-cb7b5be5e31b" providerId="AD" clId="Web-{5FBB4AE0-335A-483D-82CE-FA1B518927BE}" dt="2026-01-20T10:54:46.597" v="312"/>
          <ac:spMkLst>
            <pc:docMk/>
            <pc:sldMk cId="2553407851" sldId="308"/>
            <ac:spMk id="2" creationId="{C25A25C8-11CB-08D3-4D83-1AC3C9926BCD}"/>
          </ac:spMkLst>
        </pc:spChg>
        <pc:spChg chg="del">
          <ac:chgData name="Steven Benda" userId="S::steven.benda@student.hu.nl::c1147cf1-137b-457a-a46d-cb7b5be5e31b" providerId="AD" clId="Web-{5FBB4AE0-335A-483D-82CE-FA1B518927BE}" dt="2026-01-20T10:51:49.353" v="307"/>
          <ac:spMkLst>
            <pc:docMk/>
            <pc:sldMk cId="2553407851" sldId="308"/>
            <ac:spMk id="3" creationId="{86BF0110-550A-B253-72E4-0A401A3A940F}"/>
          </ac:spMkLst>
        </pc:spChg>
        <pc:spChg chg="add del mod">
          <ac:chgData name="Steven Benda" userId="S::steven.benda@student.hu.nl::c1147cf1-137b-457a-a46d-cb7b5be5e31b" providerId="AD" clId="Web-{5FBB4AE0-335A-483D-82CE-FA1B518927BE}" dt="2026-01-20T10:54:48.566" v="313"/>
          <ac:spMkLst>
            <pc:docMk/>
            <pc:sldMk cId="2553407851" sldId="308"/>
            <ac:spMk id="7" creationId="{8F21EA42-79B5-245F-2FE8-F731B88811D2}"/>
          </ac:spMkLst>
        </pc:spChg>
        <pc:spChg chg="add mod">
          <ac:chgData name="Steven Benda" userId="S::steven.benda@student.hu.nl::c1147cf1-137b-457a-a46d-cb7b5be5e31b" providerId="AD" clId="Web-{5FBB4AE0-335A-483D-82CE-FA1B518927BE}" dt="2026-01-20T11:00:41.684" v="319"/>
          <ac:spMkLst>
            <pc:docMk/>
            <pc:sldMk cId="2553407851" sldId="308"/>
            <ac:spMk id="10" creationId="{964CBD4A-CB27-9772-CF1C-236282EE0923}"/>
          </ac:spMkLst>
        </pc:spChg>
        <pc:spChg chg="add mod">
          <ac:chgData name="Steven Benda" userId="S::steven.benda@student.hu.nl::c1147cf1-137b-457a-a46d-cb7b5be5e31b" providerId="AD" clId="Web-{5FBB4AE0-335A-483D-82CE-FA1B518927BE}" dt="2026-01-20T11:09:49.837" v="565" actId="20577"/>
          <ac:spMkLst>
            <pc:docMk/>
            <pc:sldMk cId="2553407851" sldId="308"/>
            <ac:spMk id="12" creationId="{2CF823E2-9294-35B6-82B3-14D9636DD4F0}"/>
          </ac:spMkLst>
        </pc:spChg>
        <pc:spChg chg="add mod">
          <ac:chgData name="Steven Benda" userId="S::steven.benda@student.hu.nl::c1147cf1-137b-457a-a46d-cb7b5be5e31b" providerId="AD" clId="Web-{5FBB4AE0-335A-483D-82CE-FA1B518927BE}" dt="2026-01-20T11:10:04.901" v="588" actId="20577"/>
          <ac:spMkLst>
            <pc:docMk/>
            <pc:sldMk cId="2553407851" sldId="308"/>
            <ac:spMk id="13" creationId="{D16128F2-B985-1933-DCFF-674DA763B998}"/>
          </ac:spMkLst>
        </pc:spChg>
        <pc:picChg chg="add del mod ord">
          <ac:chgData name="Steven Benda" userId="S::steven.benda@student.hu.nl::c1147cf1-137b-457a-a46d-cb7b5be5e31b" providerId="AD" clId="Web-{5FBB4AE0-335A-483D-82CE-FA1B518927BE}" dt="2026-01-20T10:54:44.441" v="311"/>
          <ac:picMkLst>
            <pc:docMk/>
            <pc:sldMk cId="2553407851" sldId="308"/>
            <ac:picMk id="5" creationId="{5D9389CC-35DC-51EB-5C4A-2A9D772925AE}"/>
          </ac:picMkLst>
        </pc:picChg>
        <pc:picChg chg="add mod ord">
          <ac:chgData name="Steven Benda" userId="S::steven.benda@student.hu.nl::c1147cf1-137b-457a-a46d-cb7b5be5e31b" providerId="AD" clId="Web-{5FBB4AE0-335A-483D-82CE-FA1B518927BE}" dt="2026-01-20T11:09:16.929" v="489"/>
          <ac:picMkLst>
            <pc:docMk/>
            <pc:sldMk cId="2553407851" sldId="308"/>
            <ac:picMk id="8" creationId="{D9839F9E-091E-FD4C-1D2E-F35F5D972874}"/>
          </ac:picMkLst>
        </pc:picChg>
        <pc:picChg chg="add mod ord">
          <ac:chgData name="Steven Benda" userId="S::steven.benda@student.hu.nl::c1147cf1-137b-457a-a46d-cb7b5be5e31b" providerId="AD" clId="Web-{5FBB4AE0-335A-483D-82CE-FA1B518927BE}" dt="2026-01-20T11:09:16.976" v="491"/>
          <ac:picMkLst>
            <pc:docMk/>
            <pc:sldMk cId="2553407851" sldId="308"/>
            <ac:picMk id="11" creationId="{73E99C1C-3EB0-4761-9BEC-7E88DEC72F83}"/>
          </ac:picMkLst>
        </pc:picChg>
      </pc:sldChg>
      <pc:sldChg chg="modSp">
        <pc:chgData name="Steven Benda" userId="S::steven.benda@student.hu.nl::c1147cf1-137b-457a-a46d-cb7b5be5e31b" providerId="AD" clId="Web-{5FBB4AE0-335A-483D-82CE-FA1B518927BE}" dt="2026-01-20T11:18:02.868" v="612" actId="20577"/>
        <pc:sldMkLst>
          <pc:docMk/>
          <pc:sldMk cId="321668313" sldId="309"/>
        </pc:sldMkLst>
        <pc:spChg chg="mod">
          <ac:chgData name="Steven Benda" userId="S::steven.benda@student.hu.nl::c1147cf1-137b-457a-a46d-cb7b5be5e31b" providerId="AD" clId="Web-{5FBB4AE0-335A-483D-82CE-FA1B518927BE}" dt="2026-01-20T11:18:02.868" v="612" actId="20577"/>
          <ac:spMkLst>
            <pc:docMk/>
            <pc:sldMk cId="321668313" sldId="309"/>
            <ac:spMk id="2" creationId="{8A0354A7-943D-ED1E-FDF2-3DBF2829417C}"/>
          </ac:spMkLst>
        </pc:spChg>
      </pc:sldChg>
      <pc:sldChg chg="modSp new">
        <pc:chgData name="Steven Benda" userId="S::steven.benda@student.hu.nl::c1147cf1-137b-457a-a46d-cb7b5be5e31b" providerId="AD" clId="Web-{5FBB4AE0-335A-483D-82CE-FA1B518927BE}" dt="2026-01-20T11:10:35.449" v="599" actId="20577"/>
        <pc:sldMkLst>
          <pc:docMk/>
          <pc:sldMk cId="4103813722" sldId="310"/>
        </pc:sldMkLst>
        <pc:spChg chg="mod">
          <ac:chgData name="Steven Benda" userId="S::steven.benda@student.hu.nl::c1147cf1-137b-457a-a46d-cb7b5be5e31b" providerId="AD" clId="Web-{5FBB4AE0-335A-483D-82CE-FA1B518927BE}" dt="2026-01-20T11:10:35.449" v="599" actId="20577"/>
          <ac:spMkLst>
            <pc:docMk/>
            <pc:sldMk cId="4103813722" sldId="310"/>
            <ac:spMk id="2" creationId="{DA313816-A97F-538A-F1BD-0F09C10662F3}"/>
          </ac:spMkLst>
        </pc:spChg>
      </pc:sldChg>
      <pc:sldChg chg="addSp delSp modSp new">
        <pc:chgData name="Steven Benda" userId="S::steven.benda@student.hu.nl::c1147cf1-137b-457a-a46d-cb7b5be5e31b" providerId="AD" clId="Web-{5FBB4AE0-335A-483D-82CE-FA1B518927BE}" dt="2026-01-20T11:16:36.648" v="611" actId="1076"/>
        <pc:sldMkLst>
          <pc:docMk/>
          <pc:sldMk cId="3878110944" sldId="311"/>
        </pc:sldMkLst>
        <pc:spChg chg="del">
          <ac:chgData name="Steven Benda" userId="S::steven.benda@student.hu.nl::c1147cf1-137b-457a-a46d-cb7b5be5e31b" providerId="AD" clId="Web-{5FBB4AE0-335A-483D-82CE-FA1B518927BE}" dt="2026-01-20T11:10:54.325" v="601"/>
          <ac:spMkLst>
            <pc:docMk/>
            <pc:sldMk cId="3878110944" sldId="311"/>
            <ac:spMk id="2" creationId="{CFAAC4B2-E7E4-5671-249C-88D6A2C96465}"/>
          </ac:spMkLst>
        </pc:spChg>
        <pc:spChg chg="del">
          <ac:chgData name="Steven Benda" userId="S::steven.benda@student.hu.nl::c1147cf1-137b-457a-a46d-cb7b5be5e31b" providerId="AD" clId="Web-{5FBB4AE0-335A-483D-82CE-FA1B518927BE}" dt="2026-01-20T11:10:55.591" v="602"/>
          <ac:spMkLst>
            <pc:docMk/>
            <pc:sldMk cId="3878110944" sldId="311"/>
            <ac:spMk id="3" creationId="{93898CB3-90A7-4E39-CE73-38CF3F2CB865}"/>
          </ac:spMkLst>
        </pc:spChg>
        <pc:spChg chg="add mod">
          <ac:chgData name="Steven Benda" userId="S::steven.benda@student.hu.nl::c1147cf1-137b-457a-a46d-cb7b5be5e31b" providerId="AD" clId="Web-{5FBB4AE0-335A-483D-82CE-FA1B518927BE}" dt="2026-01-20T11:16:01.772" v="606" actId="20577"/>
          <ac:spMkLst>
            <pc:docMk/>
            <pc:sldMk cId="3878110944" sldId="311"/>
            <ac:spMk id="6" creationId="{EF2C8EE4-B21B-92DD-B9DA-7464C7911D77}"/>
          </ac:spMkLst>
        </pc:spChg>
        <pc:picChg chg="add del mod">
          <ac:chgData name="Steven Benda" userId="S::steven.benda@student.hu.nl::c1147cf1-137b-457a-a46d-cb7b5be5e31b" providerId="AD" clId="Web-{5FBB4AE0-335A-483D-82CE-FA1B518927BE}" dt="2026-01-20T11:16:06.069" v="608"/>
          <ac:picMkLst>
            <pc:docMk/>
            <pc:sldMk cId="3878110944" sldId="311"/>
            <ac:picMk id="7" creationId="{CA3F2A68-7CE9-086B-F4CF-D1820339B3C0}"/>
          </ac:picMkLst>
        </pc:picChg>
        <pc:picChg chg="add mod">
          <ac:chgData name="Steven Benda" userId="S::steven.benda@student.hu.nl::c1147cf1-137b-457a-a46d-cb7b5be5e31b" providerId="AD" clId="Web-{5FBB4AE0-335A-483D-82CE-FA1B518927BE}" dt="2026-01-20T11:16:36.648" v="611" actId="1076"/>
          <ac:picMkLst>
            <pc:docMk/>
            <pc:sldMk cId="3878110944" sldId="311"/>
            <ac:picMk id="8" creationId="{C16488FD-37BB-504C-FCEC-12145C4F213F}"/>
          </ac:picMkLst>
        </pc:picChg>
      </pc:sldChg>
    </pc:docChg>
  </pc:docChgLst>
  <pc:docChgLst>
    <pc:chgData name="Steven Benda" userId="S::steven.benda@student.hu.nl::c1147cf1-137b-457a-a46d-cb7b5be5e31b" providerId="AD" clId="Web-{5BF61D51-D4AF-408D-BFAB-A1DB4BA04671}"/>
    <pc:docChg chg="addSld delSld modSld sldOrd">
      <pc:chgData name="Steven Benda" userId="S::steven.benda@student.hu.nl::c1147cf1-137b-457a-a46d-cb7b5be5e31b" providerId="AD" clId="Web-{5BF61D51-D4AF-408D-BFAB-A1DB4BA04671}" dt="2026-01-20T23:49:10.085" v="646" actId="20577"/>
      <pc:docMkLst>
        <pc:docMk/>
      </pc:docMkLst>
      <pc:sldChg chg="modSp">
        <pc:chgData name="Steven Benda" userId="S::steven.benda@student.hu.nl::c1147cf1-137b-457a-a46d-cb7b5be5e31b" providerId="AD" clId="Web-{5BF61D51-D4AF-408D-BFAB-A1DB4BA04671}" dt="2026-01-20T23:49:10.085" v="646" actId="20577"/>
        <pc:sldMkLst>
          <pc:docMk/>
          <pc:sldMk cId="3449806516" sldId="282"/>
        </pc:sldMkLst>
        <pc:spChg chg="mod">
          <ac:chgData name="Steven Benda" userId="S::steven.benda@student.hu.nl::c1147cf1-137b-457a-a46d-cb7b5be5e31b" providerId="AD" clId="Web-{5BF61D51-D4AF-408D-BFAB-A1DB4BA04671}" dt="2026-01-20T23:49:10.085" v="646" actId="20577"/>
          <ac:spMkLst>
            <pc:docMk/>
            <pc:sldMk cId="3449806516" sldId="282"/>
            <ac:spMk id="3" creationId="{05CAD9D8-080F-5C4A-5CC4-A99056D051E9}"/>
          </ac:spMkLst>
        </pc:spChg>
      </pc:sldChg>
      <pc:sldChg chg="modSp">
        <pc:chgData name="Steven Benda" userId="S::steven.benda@student.hu.nl::c1147cf1-137b-457a-a46d-cb7b5be5e31b" providerId="AD" clId="Web-{5BF61D51-D4AF-408D-BFAB-A1DB4BA04671}" dt="2026-01-20T23:43:49.358" v="596" actId="20577"/>
        <pc:sldMkLst>
          <pc:docMk/>
          <pc:sldMk cId="4207593931" sldId="283"/>
        </pc:sldMkLst>
        <pc:spChg chg="mod">
          <ac:chgData name="Steven Benda" userId="S::steven.benda@student.hu.nl::c1147cf1-137b-457a-a46d-cb7b5be5e31b" providerId="AD" clId="Web-{5BF61D51-D4AF-408D-BFAB-A1DB4BA04671}" dt="2026-01-20T23:43:49.358" v="596" actId="20577"/>
          <ac:spMkLst>
            <pc:docMk/>
            <pc:sldMk cId="4207593931" sldId="283"/>
            <ac:spMk id="3" creationId="{A14AD9A0-A7D7-5022-6A28-11B45A1CD2B9}"/>
          </ac:spMkLst>
        </pc:spChg>
      </pc:sldChg>
      <pc:sldChg chg="del mod modShow">
        <pc:chgData name="Steven Benda" userId="S::steven.benda@student.hu.nl::c1147cf1-137b-457a-a46d-cb7b5be5e31b" providerId="AD" clId="Web-{5BF61D51-D4AF-408D-BFAB-A1DB4BA04671}" dt="2026-01-20T22:56:35.318" v="140"/>
        <pc:sldMkLst>
          <pc:docMk/>
          <pc:sldMk cId="2474569360" sldId="285"/>
        </pc:sldMkLst>
      </pc:sldChg>
      <pc:sldChg chg="del mod modShow">
        <pc:chgData name="Steven Benda" userId="S::steven.benda@student.hu.nl::c1147cf1-137b-457a-a46d-cb7b5be5e31b" providerId="AD" clId="Web-{5BF61D51-D4AF-408D-BFAB-A1DB4BA04671}" dt="2026-01-20T22:56:36.677" v="141"/>
        <pc:sldMkLst>
          <pc:docMk/>
          <pc:sldMk cId="3885316584" sldId="286"/>
        </pc:sldMkLst>
      </pc:sldChg>
      <pc:sldChg chg="del mod modShow">
        <pc:chgData name="Steven Benda" userId="S::steven.benda@student.hu.nl::c1147cf1-137b-457a-a46d-cb7b5be5e31b" providerId="AD" clId="Web-{5BF61D51-D4AF-408D-BFAB-A1DB4BA04671}" dt="2026-01-20T22:56:37.896" v="142"/>
        <pc:sldMkLst>
          <pc:docMk/>
          <pc:sldMk cId="890653478" sldId="303"/>
        </pc:sldMkLst>
      </pc:sldChg>
      <pc:sldChg chg="del">
        <pc:chgData name="Steven Benda" userId="S::steven.benda@student.hu.nl::c1147cf1-137b-457a-a46d-cb7b5be5e31b" providerId="AD" clId="Web-{5BF61D51-D4AF-408D-BFAB-A1DB4BA04671}" dt="2026-01-20T21:29:01.674" v="85"/>
        <pc:sldMkLst>
          <pc:docMk/>
          <pc:sldMk cId="757796758" sldId="306"/>
        </pc:sldMkLst>
      </pc:sldChg>
      <pc:sldChg chg="del">
        <pc:chgData name="Steven Benda" userId="S::steven.benda@student.hu.nl::c1147cf1-137b-457a-a46d-cb7b5be5e31b" providerId="AD" clId="Web-{5BF61D51-D4AF-408D-BFAB-A1DB4BA04671}" dt="2026-01-20T21:28:59.315" v="84"/>
        <pc:sldMkLst>
          <pc:docMk/>
          <pc:sldMk cId="4103813722" sldId="310"/>
        </pc:sldMkLst>
      </pc:sldChg>
      <pc:sldChg chg="delSp modSp">
        <pc:chgData name="Steven Benda" userId="S::steven.benda@student.hu.nl::c1147cf1-137b-457a-a46d-cb7b5be5e31b" providerId="AD" clId="Web-{5BF61D51-D4AF-408D-BFAB-A1DB4BA04671}" dt="2026-01-20T22:54:12.674" v="136" actId="20577"/>
        <pc:sldMkLst>
          <pc:docMk/>
          <pc:sldMk cId="2041189037" sldId="313"/>
        </pc:sldMkLst>
        <pc:spChg chg="mod">
          <ac:chgData name="Steven Benda" userId="S::steven.benda@student.hu.nl::c1147cf1-137b-457a-a46d-cb7b5be5e31b" providerId="AD" clId="Web-{5BF61D51-D4AF-408D-BFAB-A1DB4BA04671}" dt="2026-01-20T22:54:12.674" v="136" actId="20577"/>
          <ac:spMkLst>
            <pc:docMk/>
            <pc:sldMk cId="2041189037" sldId="313"/>
            <ac:spMk id="2" creationId="{72E542CF-0F2D-043C-FF97-A4475BDCE517}"/>
          </ac:spMkLst>
        </pc:spChg>
        <pc:picChg chg="del">
          <ac:chgData name="Steven Benda" userId="S::steven.benda@student.hu.nl::c1147cf1-137b-457a-a46d-cb7b5be5e31b" providerId="AD" clId="Web-{5BF61D51-D4AF-408D-BFAB-A1DB4BA04671}" dt="2026-01-20T22:53:43.814" v="121"/>
          <ac:picMkLst>
            <pc:docMk/>
            <pc:sldMk cId="2041189037" sldId="313"/>
            <ac:picMk id="8" creationId="{FBDE732B-05DE-CBCA-52E7-54A42602A342}"/>
          </ac:picMkLst>
        </pc:picChg>
      </pc:sldChg>
      <pc:sldChg chg="addSp delSp modSp">
        <pc:chgData name="Steven Benda" userId="S::steven.benda@student.hu.nl::c1147cf1-137b-457a-a46d-cb7b5be5e31b" providerId="AD" clId="Web-{5BF61D51-D4AF-408D-BFAB-A1DB4BA04671}" dt="2026-01-20T22:53:28.673" v="120" actId="20577"/>
        <pc:sldMkLst>
          <pc:docMk/>
          <pc:sldMk cId="974912090" sldId="314"/>
        </pc:sldMkLst>
        <pc:spChg chg="mod">
          <ac:chgData name="Steven Benda" userId="S::steven.benda@student.hu.nl::c1147cf1-137b-457a-a46d-cb7b5be5e31b" providerId="AD" clId="Web-{5BF61D51-D4AF-408D-BFAB-A1DB4BA04671}" dt="2026-01-20T22:53:28.673" v="120" actId="20577"/>
          <ac:spMkLst>
            <pc:docMk/>
            <pc:sldMk cId="974912090" sldId="314"/>
            <ac:spMk id="2" creationId="{3A1D9833-CAD3-EA7F-3859-B3EAE1A908CA}"/>
          </ac:spMkLst>
        </pc:spChg>
        <pc:spChg chg="add del mod">
          <ac:chgData name="Steven Benda" userId="S::steven.benda@student.hu.nl::c1147cf1-137b-457a-a46d-cb7b5be5e31b" providerId="AD" clId="Web-{5BF61D51-D4AF-408D-BFAB-A1DB4BA04671}" dt="2026-01-20T22:52:52.547" v="92"/>
          <ac:spMkLst>
            <pc:docMk/>
            <pc:sldMk cId="974912090" sldId="314"/>
            <ac:spMk id="7" creationId="{6B292AD5-BD32-5B4E-A58E-D42D789053AD}"/>
          </ac:spMkLst>
        </pc:spChg>
        <pc:graphicFrameChg chg="add del mod">
          <ac:chgData name="Steven Benda" userId="S::steven.benda@student.hu.nl::c1147cf1-137b-457a-a46d-cb7b5be5e31b" providerId="AD" clId="Web-{5BF61D51-D4AF-408D-BFAB-A1DB4BA04671}" dt="2026-01-20T21:14:37.515" v="11"/>
          <ac:graphicFrameMkLst>
            <pc:docMk/>
            <pc:sldMk cId="974912090" sldId="314"/>
            <ac:graphicFrameMk id="5" creationId="{BCAE1CC8-56F7-D66E-A865-E162CCA8D97D}"/>
          </ac:graphicFrameMkLst>
        </pc:graphicFrameChg>
        <pc:picChg chg="add mod">
          <ac:chgData name="Steven Benda" userId="S::steven.benda@student.hu.nl::c1147cf1-137b-457a-a46d-cb7b5be5e31b" providerId="AD" clId="Web-{5BF61D51-D4AF-408D-BFAB-A1DB4BA04671}" dt="2026-01-20T22:52:59.985" v="94" actId="14100"/>
          <ac:picMkLst>
            <pc:docMk/>
            <pc:sldMk cId="974912090" sldId="314"/>
            <ac:picMk id="3" creationId="{D4BD81D4-989A-4E52-753F-D51285E57EFB}"/>
          </ac:picMkLst>
        </pc:picChg>
        <pc:picChg chg="add mod ord">
          <ac:chgData name="Steven Benda" userId="S::steven.benda@student.hu.nl::c1147cf1-137b-457a-a46d-cb7b5be5e31b" providerId="AD" clId="Web-{5BF61D51-D4AF-408D-BFAB-A1DB4BA04671}" dt="2026-01-20T21:15:14.984" v="17"/>
          <ac:picMkLst>
            <pc:docMk/>
            <pc:sldMk cId="974912090" sldId="314"/>
            <ac:picMk id="6" creationId="{539D0072-964D-FAC2-6963-1EC122877795}"/>
          </ac:picMkLst>
        </pc:picChg>
      </pc:sldChg>
      <pc:sldChg chg="addSp delSp modSp del">
        <pc:chgData name="Steven Benda" userId="S::steven.benda@student.hu.nl::c1147cf1-137b-457a-a46d-cb7b5be5e31b" providerId="AD" clId="Web-{5BF61D51-D4AF-408D-BFAB-A1DB4BA04671}" dt="2026-01-20T22:53:10.141" v="95"/>
        <pc:sldMkLst>
          <pc:docMk/>
          <pc:sldMk cId="2076278746" sldId="315"/>
        </pc:sldMkLst>
        <pc:spChg chg="del">
          <ac:chgData name="Steven Benda" userId="S::steven.benda@student.hu.nl::c1147cf1-137b-457a-a46d-cb7b5be5e31b" providerId="AD" clId="Web-{5BF61D51-D4AF-408D-BFAB-A1DB4BA04671}" dt="2026-01-20T21:27:27.313" v="67"/>
          <ac:spMkLst>
            <pc:docMk/>
            <pc:sldMk cId="2076278746" sldId="315"/>
            <ac:spMk id="2" creationId="{E2B03F57-4F1E-6F64-3C8C-9E40D3DE3B06}"/>
          </ac:spMkLst>
        </pc:spChg>
        <pc:spChg chg="del">
          <ac:chgData name="Steven Benda" userId="S::steven.benda@student.hu.nl::c1147cf1-137b-457a-a46d-cb7b5be5e31b" providerId="AD" clId="Web-{5BF61D51-D4AF-408D-BFAB-A1DB4BA04671}" dt="2026-01-20T21:25:14.498" v="49"/>
          <ac:spMkLst>
            <pc:docMk/>
            <pc:sldMk cId="2076278746" sldId="315"/>
            <ac:spMk id="3" creationId="{38A18FBF-AE46-9710-7C32-97AD566963B0}"/>
          </ac:spMkLst>
        </pc:spChg>
        <pc:spChg chg="add del mod">
          <ac:chgData name="Steven Benda" userId="S::steven.benda@student.hu.nl::c1147cf1-137b-457a-a46d-cb7b5be5e31b" providerId="AD" clId="Web-{5BF61D51-D4AF-408D-BFAB-A1DB4BA04671}" dt="2026-01-20T21:25:27.655" v="51"/>
          <ac:spMkLst>
            <pc:docMk/>
            <pc:sldMk cId="2076278746" sldId="315"/>
            <ac:spMk id="7" creationId="{1617DDE3-6ED3-EFDC-01B2-6F2710C187D1}"/>
          </ac:spMkLst>
        </pc:spChg>
        <pc:spChg chg="add del mod">
          <ac:chgData name="Steven Benda" userId="S::steven.benda@student.hu.nl::c1147cf1-137b-457a-a46d-cb7b5be5e31b" providerId="AD" clId="Web-{5BF61D51-D4AF-408D-BFAB-A1DB4BA04671}" dt="2026-01-20T21:25:50.968" v="55"/>
          <ac:spMkLst>
            <pc:docMk/>
            <pc:sldMk cId="2076278746" sldId="315"/>
            <ac:spMk id="10" creationId="{3073E39D-D5B9-B031-D8A2-2FCABF1BD869}"/>
          </ac:spMkLst>
        </pc:spChg>
        <pc:spChg chg="add del mod">
          <ac:chgData name="Steven Benda" userId="S::steven.benda@student.hu.nl::c1147cf1-137b-457a-a46d-cb7b5be5e31b" providerId="AD" clId="Web-{5BF61D51-D4AF-408D-BFAB-A1DB4BA04671}" dt="2026-01-20T21:26:17.312" v="59"/>
          <ac:spMkLst>
            <pc:docMk/>
            <pc:sldMk cId="2076278746" sldId="315"/>
            <ac:spMk id="13" creationId="{FF6E2EBC-7FCA-1778-8C7D-6EE3476A9C3C}"/>
          </ac:spMkLst>
        </pc:spChg>
        <pc:spChg chg="add del mod">
          <ac:chgData name="Steven Benda" userId="S::steven.benda@student.hu.nl::c1147cf1-137b-457a-a46d-cb7b5be5e31b" providerId="AD" clId="Web-{5BF61D51-D4AF-408D-BFAB-A1DB4BA04671}" dt="2026-01-20T21:26:21.953" v="61"/>
          <ac:spMkLst>
            <pc:docMk/>
            <pc:sldMk cId="2076278746" sldId="315"/>
            <ac:spMk id="16" creationId="{AF6296E0-E847-42D1-1CCE-1B99AC64E4D3}"/>
          </ac:spMkLst>
        </pc:spChg>
        <pc:spChg chg="add mod">
          <ac:chgData name="Steven Benda" userId="S::steven.benda@student.hu.nl::c1147cf1-137b-457a-a46d-cb7b5be5e31b" providerId="AD" clId="Web-{5BF61D51-D4AF-408D-BFAB-A1DB4BA04671}" dt="2026-01-20T21:28:15.923" v="82" actId="20577"/>
          <ac:spMkLst>
            <pc:docMk/>
            <pc:sldMk cId="2076278746" sldId="315"/>
            <ac:spMk id="20" creationId="{9F90B784-4D22-0E37-973B-C6D5312240C7}"/>
          </ac:spMkLst>
        </pc:spChg>
        <pc:picChg chg="add del mod ord">
          <ac:chgData name="Steven Benda" userId="S::steven.benda@student.hu.nl::c1147cf1-137b-457a-a46d-cb7b5be5e31b" providerId="AD" clId="Web-{5BF61D51-D4AF-408D-BFAB-A1DB4BA04671}" dt="2026-01-20T21:25:18.030" v="50"/>
          <ac:picMkLst>
            <pc:docMk/>
            <pc:sldMk cId="2076278746" sldId="315"/>
            <ac:picMk id="5" creationId="{C6E0EAD0-8CBA-2511-3F25-53C0C1E772F2}"/>
          </ac:picMkLst>
        </pc:picChg>
        <pc:picChg chg="add del mod ord">
          <ac:chgData name="Steven Benda" userId="S::steven.benda@student.hu.nl::c1147cf1-137b-457a-a46d-cb7b5be5e31b" providerId="AD" clId="Web-{5BF61D51-D4AF-408D-BFAB-A1DB4BA04671}" dt="2026-01-20T21:25:31.764" v="54"/>
          <ac:picMkLst>
            <pc:docMk/>
            <pc:sldMk cId="2076278746" sldId="315"/>
            <ac:picMk id="8" creationId="{2377EDDA-5011-E9C3-F049-8DBC38653FB6}"/>
          </ac:picMkLst>
        </pc:picChg>
        <pc:picChg chg="add del mod ord">
          <ac:chgData name="Steven Benda" userId="S::steven.benda@student.hu.nl::c1147cf1-137b-457a-a46d-cb7b5be5e31b" providerId="AD" clId="Web-{5BF61D51-D4AF-408D-BFAB-A1DB4BA04671}" dt="2026-01-20T21:25:55.108" v="58"/>
          <ac:picMkLst>
            <pc:docMk/>
            <pc:sldMk cId="2076278746" sldId="315"/>
            <ac:picMk id="11" creationId="{32697BA3-46FD-B540-595D-E08B5FCF134F}"/>
          </ac:picMkLst>
        </pc:picChg>
        <pc:picChg chg="add del mod ord">
          <ac:chgData name="Steven Benda" userId="S::steven.benda@student.hu.nl::c1147cf1-137b-457a-a46d-cb7b5be5e31b" providerId="AD" clId="Web-{5BF61D51-D4AF-408D-BFAB-A1DB4BA04671}" dt="2026-01-20T21:26:18.875" v="60"/>
          <ac:picMkLst>
            <pc:docMk/>
            <pc:sldMk cId="2076278746" sldId="315"/>
            <ac:picMk id="14" creationId="{AB8E8DC3-5C79-28AE-838B-B60BA7FC8A36}"/>
          </ac:picMkLst>
        </pc:picChg>
        <pc:picChg chg="add del mod">
          <ac:chgData name="Steven Benda" userId="S::steven.benda@student.hu.nl::c1147cf1-137b-457a-a46d-cb7b5be5e31b" providerId="AD" clId="Web-{5BF61D51-D4AF-408D-BFAB-A1DB4BA04671}" dt="2026-01-20T21:26:35.219" v="63"/>
          <ac:picMkLst>
            <pc:docMk/>
            <pc:sldMk cId="2076278746" sldId="315"/>
            <ac:picMk id="17" creationId="{BA4FA764-AEE7-2C9F-69C4-AB86A240E404}"/>
          </ac:picMkLst>
        </pc:picChg>
        <pc:picChg chg="add del mod ord">
          <ac:chgData name="Steven Benda" userId="S::steven.benda@student.hu.nl::c1147cf1-137b-457a-a46d-cb7b5be5e31b" providerId="AD" clId="Web-{5BF61D51-D4AF-408D-BFAB-A1DB4BA04671}" dt="2026-01-20T21:29:35.331" v="86"/>
          <ac:picMkLst>
            <pc:docMk/>
            <pc:sldMk cId="2076278746" sldId="315"/>
            <ac:picMk id="18" creationId="{1A14637A-8B9D-5649-E66A-8C06AE7C32A4}"/>
          </ac:picMkLst>
        </pc:picChg>
      </pc:sldChg>
      <pc:sldChg chg="ord">
        <pc:chgData name="Steven Benda" userId="S::steven.benda@student.hu.nl::c1147cf1-137b-457a-a46d-cb7b5be5e31b" providerId="AD" clId="Web-{5BF61D51-D4AF-408D-BFAB-A1DB4BA04671}" dt="2026-01-20T23:47:25.786" v="616"/>
        <pc:sldMkLst>
          <pc:docMk/>
          <pc:sldMk cId="3970715873" sldId="316"/>
        </pc:sldMkLst>
      </pc:sldChg>
      <pc:sldChg chg="addSp delSp modSp new modTransition">
        <pc:chgData name="Steven Benda" userId="S::steven.benda@student.hu.nl::c1147cf1-137b-457a-a46d-cb7b5be5e31b" providerId="AD" clId="Web-{5BF61D51-D4AF-408D-BFAB-A1DB4BA04671}" dt="2026-01-20T23:07:14.571" v="230" actId="20577"/>
        <pc:sldMkLst>
          <pc:docMk/>
          <pc:sldMk cId="527250480" sldId="317"/>
        </pc:sldMkLst>
        <pc:spChg chg="mod">
          <ac:chgData name="Steven Benda" userId="S::steven.benda@student.hu.nl::c1147cf1-137b-457a-a46d-cb7b5be5e31b" providerId="AD" clId="Web-{5BF61D51-D4AF-408D-BFAB-A1DB4BA04671}" dt="2026-01-20T23:07:14.571" v="230" actId="20577"/>
          <ac:spMkLst>
            <pc:docMk/>
            <pc:sldMk cId="527250480" sldId="317"/>
            <ac:spMk id="2" creationId="{3F2E3CBE-1144-5E96-A4B1-72CA07B7A987}"/>
          </ac:spMkLst>
        </pc:spChg>
        <pc:spChg chg="del mod">
          <ac:chgData name="Steven Benda" userId="S::steven.benda@student.hu.nl::c1147cf1-137b-457a-a46d-cb7b5be5e31b" providerId="AD" clId="Web-{5BF61D51-D4AF-408D-BFAB-A1DB4BA04671}" dt="2026-01-20T23:02:34.102" v="145"/>
          <ac:spMkLst>
            <pc:docMk/>
            <pc:sldMk cId="527250480" sldId="317"/>
            <ac:spMk id="3" creationId="{CD15DD91-05C5-2B41-1615-D800988FD8A4}"/>
          </ac:spMkLst>
        </pc:spChg>
        <pc:spChg chg="add del mod">
          <ac:chgData name="Steven Benda" userId="S::steven.benda@student.hu.nl::c1147cf1-137b-457a-a46d-cb7b5be5e31b" providerId="AD" clId="Web-{5BF61D51-D4AF-408D-BFAB-A1DB4BA04671}" dt="2026-01-20T23:03:48.279" v="153"/>
          <ac:spMkLst>
            <pc:docMk/>
            <pc:sldMk cId="527250480" sldId="317"/>
            <ac:spMk id="6" creationId="{311A3C3C-CFF8-6C3B-38B0-07FAEDF20C31}"/>
          </ac:spMkLst>
        </pc:spChg>
        <pc:picChg chg="add mod">
          <ac:chgData name="Steven Benda" userId="S::steven.benda@student.hu.nl::c1147cf1-137b-457a-a46d-cb7b5be5e31b" providerId="AD" clId="Web-{5BF61D51-D4AF-408D-BFAB-A1DB4BA04671}" dt="2026-01-20T23:02:44.681" v="149" actId="1076"/>
          <ac:picMkLst>
            <pc:docMk/>
            <pc:sldMk cId="527250480" sldId="317"/>
            <ac:picMk id="5" creationId="{BE9F20AE-9DF9-009C-6639-CB0D14AD90F5}"/>
          </ac:picMkLst>
        </pc:picChg>
        <pc:picChg chg="add del mod">
          <ac:chgData name="Steven Benda" userId="S::steven.benda@student.hu.nl::c1147cf1-137b-457a-a46d-cb7b5be5e31b" providerId="AD" clId="Web-{5BF61D51-D4AF-408D-BFAB-A1DB4BA04671}" dt="2026-01-20T23:05:12.660" v="165"/>
          <ac:picMkLst>
            <pc:docMk/>
            <pc:sldMk cId="527250480" sldId="317"/>
            <ac:picMk id="10" creationId="{5AF26FF4-964B-2810-66E4-520271723546}"/>
          </ac:picMkLst>
        </pc:picChg>
        <pc:picChg chg="add mod">
          <ac:chgData name="Steven Benda" userId="S::steven.benda@student.hu.nl::c1147cf1-137b-457a-a46d-cb7b5be5e31b" providerId="AD" clId="Web-{5BF61D51-D4AF-408D-BFAB-A1DB4BA04671}" dt="2026-01-20T23:05:49.568" v="176" actId="14100"/>
          <ac:picMkLst>
            <pc:docMk/>
            <pc:sldMk cId="527250480" sldId="317"/>
            <ac:picMk id="15" creationId="{F6265C22-F162-D9C3-CACE-1DFE8176C293}"/>
          </ac:picMkLst>
        </pc:picChg>
        <pc:inkChg chg="add del">
          <ac:chgData name="Steven Benda" userId="S::steven.benda@student.hu.nl::c1147cf1-137b-457a-a46d-cb7b5be5e31b" providerId="AD" clId="Web-{5BF61D51-D4AF-408D-BFAB-A1DB4BA04671}" dt="2026-01-20T23:04:13.938" v="155"/>
          <ac:inkMkLst>
            <pc:docMk/>
            <pc:sldMk cId="527250480" sldId="317"/>
            <ac:inkMk id="7" creationId="{C5ECED0C-1554-1516-696D-3C13B1355551}"/>
          </ac:inkMkLst>
        </pc:inkChg>
        <pc:inkChg chg="add del">
          <ac:chgData name="Steven Benda" userId="S::steven.benda@student.hu.nl::c1147cf1-137b-457a-a46d-cb7b5be5e31b" providerId="AD" clId="Web-{5BF61D51-D4AF-408D-BFAB-A1DB4BA04671}" dt="2026-01-20T23:05:27.332" v="169"/>
          <ac:inkMkLst>
            <pc:docMk/>
            <pc:sldMk cId="527250480" sldId="317"/>
            <ac:inkMk id="8" creationId="{F06C08C1-5782-F270-0A79-D0024DDA979D}"/>
          </ac:inkMkLst>
        </pc:inkChg>
        <pc:inkChg chg="add del">
          <ac:chgData name="Steven Benda" userId="S::steven.benda@student.hu.nl::c1147cf1-137b-457a-a46d-cb7b5be5e31b" providerId="AD" clId="Web-{5BF61D51-D4AF-408D-BFAB-A1DB4BA04671}" dt="2026-01-20T23:05:13.503" v="166"/>
          <ac:inkMkLst>
            <pc:docMk/>
            <pc:sldMk cId="527250480" sldId="317"/>
            <ac:inkMk id="9" creationId="{669A8053-D3D9-C15E-CCA5-17079B11EED1}"/>
          </ac:inkMkLst>
        </pc:inkChg>
        <pc:inkChg chg="add del">
          <ac:chgData name="Steven Benda" userId="S::steven.benda@student.hu.nl::c1147cf1-137b-457a-a46d-cb7b5be5e31b" providerId="AD" clId="Web-{5BF61D51-D4AF-408D-BFAB-A1DB4BA04671}" dt="2026-01-20T23:05:11.956" v="164"/>
          <ac:inkMkLst>
            <pc:docMk/>
            <pc:sldMk cId="527250480" sldId="317"/>
            <ac:inkMk id="11" creationId="{4D120ACF-7A3D-447C-2854-CDEA839630EC}"/>
          </ac:inkMkLst>
        </pc:inkChg>
        <pc:inkChg chg="add del">
          <ac:chgData name="Steven Benda" userId="S::steven.benda@student.hu.nl::c1147cf1-137b-457a-a46d-cb7b5be5e31b" providerId="AD" clId="Web-{5BF61D51-D4AF-408D-BFAB-A1DB4BA04671}" dt="2026-01-20T23:05:10.237" v="163"/>
          <ac:inkMkLst>
            <pc:docMk/>
            <pc:sldMk cId="527250480" sldId="317"/>
            <ac:inkMk id="12" creationId="{CEF3357E-C6E3-1684-E557-C56D35E7325D}"/>
          </ac:inkMkLst>
        </pc:inkChg>
        <pc:inkChg chg="add del">
          <ac:chgData name="Steven Benda" userId="S::steven.benda@student.hu.nl::c1147cf1-137b-457a-a46d-cb7b5be5e31b" providerId="AD" clId="Web-{5BF61D51-D4AF-408D-BFAB-A1DB4BA04671}" dt="2026-01-20T23:05:09.706" v="162"/>
          <ac:inkMkLst>
            <pc:docMk/>
            <pc:sldMk cId="527250480" sldId="317"/>
            <ac:inkMk id="13" creationId="{F208B945-D5DF-6B74-0060-85D2A8E18803}"/>
          </ac:inkMkLst>
        </pc:inkChg>
        <pc:inkChg chg="add del">
          <ac:chgData name="Steven Benda" userId="S::steven.benda@student.hu.nl::c1147cf1-137b-457a-a46d-cb7b5be5e31b" providerId="AD" clId="Web-{5BF61D51-D4AF-408D-BFAB-A1DB4BA04671}" dt="2026-01-20T23:05:19.113" v="168"/>
          <ac:inkMkLst>
            <pc:docMk/>
            <pc:sldMk cId="527250480" sldId="317"/>
            <ac:inkMk id="14" creationId="{CDEA9182-5D71-F21C-25EB-129D82A9FCC8}"/>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F1DE2A-799A-4211-80E5-5D0829619ACC}" type="datetimeFigureOut">
              <a:rPr lang="nl-NL" smtClean="0"/>
              <a:t>21-1-2026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B17FD3-D7C3-4995-A8A6-7412CC6FF46D}" type="slidenum">
              <a:rPr lang="nl-NL" smtClean="0"/>
              <a:t>‹#›</a:t>
            </a:fld>
            <a:endParaRPr lang="nl-NL"/>
          </a:p>
        </p:txBody>
      </p:sp>
    </p:spTree>
    <p:extLst>
      <p:ext uri="{BB962C8B-B14F-4D97-AF65-F5344CB8AC3E}">
        <p14:creationId xmlns:p14="http://schemas.microsoft.com/office/powerpoint/2010/main" val="2968219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1039A-5D02-3BB1-13B1-38CABE645DF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2B15B7D-E8DB-85A7-02C3-FA91D5002D5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FC3D598-D243-4F50-DE2C-E1DB7E551463}"/>
              </a:ext>
            </a:extLst>
          </p:cNvPr>
          <p:cNvSpPr>
            <a:spLocks noGrp="1"/>
          </p:cNvSpPr>
          <p:nvPr>
            <p:ph type="body" idx="1"/>
          </p:nvPr>
        </p:nvSpPr>
        <p:spPr/>
        <p:txBody>
          <a:bodyPr/>
          <a:lstStyle/>
          <a:p>
            <a:r>
              <a:rPr lang="nl-NL"/>
              <a:t>-Zonder tekst, naar wijzen</a:t>
            </a:r>
          </a:p>
          <a:p>
            <a:endParaRPr lang="nl-NL"/>
          </a:p>
          <a:p>
            <a:endParaRPr lang="nl-NL"/>
          </a:p>
          <a:p>
            <a:r>
              <a:rPr lang="nl-NL"/>
              <a:t>-Parodontitis: Vergevorderde tandvleesontsteking die ontstaat als tandvleesontsteking (gingivitis) niet wordt behandeld en zich uitbreidt naar het kaakbot, waardoor de vezels en het bot rondom de tanden afbreken, wat kan leiden tot loszittende tanden en uiteindelijk tandverlies.</a:t>
            </a:r>
          </a:p>
          <a:p>
            <a:r>
              <a:rPr lang="nl-NL"/>
              <a:t>-Prevalentie: In VS 40% (niet gespecificeerd welke vorm), wereldwijd: 11% ernstige vorm.</a:t>
            </a:r>
          </a:p>
          <a:p>
            <a:pPr marL="0" marR="0" lvl="0" indent="0" algn="l" defTabSz="914400" rtl="0" eaLnBrk="1" fontAlgn="auto" latinLnBrk="0" hangingPunct="1">
              <a:lnSpc>
                <a:spcPct val="100000"/>
              </a:lnSpc>
              <a:spcBef>
                <a:spcPts val="0"/>
              </a:spcBef>
              <a:spcAft>
                <a:spcPts val="0"/>
              </a:spcAft>
              <a:buClrTx/>
              <a:buSzTx/>
              <a:buFontTx/>
              <a:buNone/>
              <a:tabLst/>
              <a:defRPr/>
            </a:pPr>
            <a:r>
              <a:rPr lang="nl-NL"/>
              <a:t>-Belangrijke bacteriën: </a:t>
            </a:r>
            <a:r>
              <a:rPr lang="nl-NL" sz="1200">
                <a:solidFill>
                  <a:srgbClr val="00B050"/>
                </a:solidFill>
                <a:latin typeface="Arial"/>
                <a:cs typeface="Arial"/>
              </a:rPr>
              <a:t>Vroege kolonisatoren (</a:t>
            </a:r>
            <a:r>
              <a:rPr lang="nl-NL" sz="1200" i="1">
                <a:solidFill>
                  <a:srgbClr val="00B050"/>
                </a:solidFill>
                <a:latin typeface="Arial"/>
                <a:cs typeface="Arial"/>
              </a:rPr>
              <a:t>Streptococcus</a:t>
            </a:r>
            <a:r>
              <a:rPr lang="nl-NL" sz="1200">
                <a:solidFill>
                  <a:srgbClr val="00B050"/>
                </a:solidFill>
                <a:latin typeface="Arial"/>
                <a:cs typeface="Arial"/>
              </a:rPr>
              <a:t> en </a:t>
            </a:r>
            <a:r>
              <a:rPr lang="nl-NL" sz="1200" i="1" err="1">
                <a:solidFill>
                  <a:srgbClr val="00B050"/>
                </a:solidFill>
                <a:latin typeface="Arial"/>
                <a:cs typeface="Arial"/>
              </a:rPr>
              <a:t>Actinomyces</a:t>
            </a:r>
            <a:r>
              <a:rPr lang="nl-NL" sz="1200">
                <a:solidFill>
                  <a:srgbClr val="00B050"/>
                </a:solidFill>
                <a:latin typeface="Arial"/>
                <a:cs typeface="Arial"/>
              </a:rPr>
              <a:t>). </a:t>
            </a:r>
            <a:r>
              <a:rPr lang="nl-NL" sz="1200" i="1" err="1">
                <a:solidFill>
                  <a:srgbClr val="00B050"/>
                </a:solidFill>
                <a:latin typeface="Arial"/>
                <a:cs typeface="Arial"/>
              </a:rPr>
              <a:t>Fusobacterium</a:t>
            </a:r>
            <a:r>
              <a:rPr lang="nl-NL" sz="1200">
                <a:solidFill>
                  <a:srgbClr val="00B050"/>
                </a:solidFill>
                <a:latin typeface="Arial"/>
                <a:cs typeface="Arial"/>
              </a:rPr>
              <a:t>: Zorgt voor overgang zuurstofrijke omgeving naar zuurstofarm. </a:t>
            </a:r>
            <a:r>
              <a:rPr lang="nl-NL" sz="1200" err="1">
                <a:solidFill>
                  <a:srgbClr val="00B050"/>
                </a:solidFill>
                <a:latin typeface="Arial"/>
                <a:cs typeface="Arial"/>
              </a:rPr>
              <a:t>Aneaerobe</a:t>
            </a:r>
            <a:r>
              <a:rPr lang="nl-NL" sz="1200">
                <a:solidFill>
                  <a:srgbClr val="00B050"/>
                </a:solidFill>
                <a:latin typeface="Arial"/>
                <a:cs typeface="Arial"/>
              </a:rPr>
              <a:t> bacteriën geassocieerd met parodontitis (</a:t>
            </a:r>
            <a:r>
              <a:rPr lang="nl-NL" sz="1200" i="1" err="1">
                <a:solidFill>
                  <a:srgbClr val="00B050"/>
                </a:solidFill>
                <a:latin typeface="Arial"/>
                <a:cs typeface="Arial"/>
              </a:rPr>
              <a:t>Porphyromonas</a:t>
            </a:r>
            <a:r>
              <a:rPr lang="nl-NL" sz="1200" i="1">
                <a:solidFill>
                  <a:srgbClr val="00B050"/>
                </a:solidFill>
                <a:latin typeface="Arial"/>
                <a:cs typeface="Arial"/>
              </a:rPr>
              <a:t> </a:t>
            </a:r>
            <a:r>
              <a:rPr lang="nl-NL" sz="1200" i="1" err="1">
                <a:solidFill>
                  <a:srgbClr val="00B050"/>
                </a:solidFill>
                <a:latin typeface="Arial"/>
                <a:cs typeface="Arial"/>
              </a:rPr>
              <a:t>gingivalis</a:t>
            </a:r>
            <a:r>
              <a:rPr lang="nl-NL" sz="1200">
                <a:solidFill>
                  <a:srgbClr val="00B050"/>
                </a:solidFill>
                <a:latin typeface="Arial"/>
                <a:cs typeface="Arial"/>
              </a:rPr>
              <a:t>, </a:t>
            </a:r>
            <a:r>
              <a:rPr lang="nl-NL" sz="1200" i="1" err="1">
                <a:solidFill>
                  <a:srgbClr val="00B050"/>
                </a:solidFill>
                <a:latin typeface="Arial"/>
                <a:cs typeface="Arial"/>
              </a:rPr>
              <a:t>Tannerella</a:t>
            </a:r>
            <a:r>
              <a:rPr lang="nl-NL" sz="1200" i="1">
                <a:solidFill>
                  <a:srgbClr val="00B050"/>
                </a:solidFill>
                <a:latin typeface="Arial"/>
                <a:cs typeface="Arial"/>
              </a:rPr>
              <a:t> forsythia </a:t>
            </a:r>
            <a:r>
              <a:rPr lang="nl-NL" sz="1200">
                <a:solidFill>
                  <a:srgbClr val="00B050"/>
                </a:solidFill>
                <a:latin typeface="Arial"/>
                <a:cs typeface="Arial"/>
              </a:rPr>
              <a:t>en </a:t>
            </a:r>
            <a:r>
              <a:rPr lang="nl-NL" sz="1200" i="1" err="1">
                <a:solidFill>
                  <a:srgbClr val="00B050"/>
                </a:solidFill>
                <a:latin typeface="Arial"/>
                <a:cs typeface="Arial"/>
              </a:rPr>
              <a:t>Treponema</a:t>
            </a:r>
            <a:r>
              <a:rPr lang="nl-NL" sz="1200" i="1">
                <a:solidFill>
                  <a:srgbClr val="00B050"/>
                </a:solidFill>
                <a:latin typeface="Arial"/>
                <a:cs typeface="Arial"/>
              </a:rPr>
              <a:t> </a:t>
            </a:r>
            <a:r>
              <a:rPr lang="nl-NL" sz="1200" i="1" err="1">
                <a:solidFill>
                  <a:srgbClr val="00B050"/>
                </a:solidFill>
                <a:latin typeface="Arial"/>
                <a:cs typeface="Arial"/>
              </a:rPr>
              <a:t>denticola</a:t>
            </a:r>
            <a:r>
              <a:rPr lang="nl-NL" sz="1200">
                <a:solidFill>
                  <a:srgbClr val="00B050"/>
                </a:solidFill>
                <a:latin typeface="Arial"/>
                <a:cs typeface="Arial"/>
              </a:rPr>
              <a:t>) krijgen daardoor kans om te binden. Uiteindelijk overgang van tandvleesontsteking </a:t>
            </a:r>
            <a:r>
              <a:rPr lang="nl-NL" sz="1200">
                <a:solidFill>
                  <a:srgbClr val="00B050"/>
                </a:solidFill>
                <a:latin typeface="Arial"/>
                <a:cs typeface="Arial"/>
                <a:sym typeface="Wingdings" panose="05000000000000000000" pitchFamily="2" charset="2"/>
              </a:rPr>
              <a:t> parodontitis</a:t>
            </a:r>
            <a:endParaRPr lang="nl-NL"/>
          </a:p>
          <a:p>
            <a:r>
              <a:rPr lang="nl-NL"/>
              <a:t>-Onderzoek: Erg beperkt. Onderzoek dat is gedaan maakte alleen gebruik van 16s </a:t>
            </a:r>
            <a:r>
              <a:rPr lang="nl-NL" err="1"/>
              <a:t>sequencing</a:t>
            </a:r>
            <a:r>
              <a:rPr lang="nl-NL"/>
              <a:t>. Onderzoek liep tegen problemen aan zoals beperkte testgroep.</a:t>
            </a:r>
          </a:p>
          <a:p>
            <a:endParaRPr lang="nl-NL"/>
          </a:p>
          <a:p>
            <a:r>
              <a:rPr lang="nl-NL"/>
              <a:t>Het onderzoek: https://www.tandfonline.com/doi/full/10.1080/20002297.2023.2185341</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kern="1200">
                <a:solidFill>
                  <a:schemeClr val="tx1"/>
                </a:solidFill>
                <a:effectLst/>
                <a:latin typeface="+mn-lt"/>
                <a:ea typeface="+mn-ea"/>
                <a:cs typeface="+mn-cs"/>
              </a:rPr>
              <a:t>Dit is een onderzoek waarbij monsters van 6 intacte tanden van 3 patiënten met parodontitis werden genomen, met deze monsters werd </a:t>
            </a:r>
            <a:r>
              <a:rPr lang="nl-NL" sz="1200" kern="1200" err="1">
                <a:solidFill>
                  <a:schemeClr val="tx1"/>
                </a:solidFill>
                <a:effectLst/>
                <a:latin typeface="+mn-lt"/>
                <a:ea typeface="+mn-ea"/>
                <a:cs typeface="+mn-cs"/>
              </a:rPr>
              <a:t>nanopore</a:t>
            </a:r>
            <a:r>
              <a:rPr lang="nl-NL" sz="1200" kern="1200">
                <a:solidFill>
                  <a:schemeClr val="tx1"/>
                </a:solidFill>
                <a:effectLst/>
                <a:latin typeface="+mn-lt"/>
                <a:ea typeface="+mn-ea"/>
                <a:cs typeface="+mn-cs"/>
              </a:rPr>
              <a:t> </a:t>
            </a:r>
            <a:r>
              <a:rPr lang="nl-NL" sz="1200" kern="1200" err="1">
                <a:solidFill>
                  <a:schemeClr val="tx1"/>
                </a:solidFill>
                <a:effectLst/>
                <a:latin typeface="+mn-lt"/>
                <a:ea typeface="+mn-ea"/>
                <a:cs typeface="+mn-cs"/>
              </a:rPr>
              <a:t>sequencing</a:t>
            </a:r>
            <a:r>
              <a:rPr lang="nl-NL" sz="1200" kern="1200">
                <a:solidFill>
                  <a:schemeClr val="tx1"/>
                </a:solidFill>
                <a:effectLst/>
                <a:latin typeface="+mn-lt"/>
                <a:ea typeface="+mn-ea"/>
                <a:cs typeface="+mn-cs"/>
              </a:rPr>
              <a:t> uitgevoerd door middel van 16s </a:t>
            </a:r>
            <a:r>
              <a:rPr lang="nl-NL" sz="1200" kern="1200" err="1">
                <a:solidFill>
                  <a:schemeClr val="tx1"/>
                </a:solidFill>
                <a:effectLst/>
                <a:latin typeface="+mn-lt"/>
                <a:ea typeface="+mn-ea"/>
                <a:cs typeface="+mn-cs"/>
              </a:rPr>
              <a:t>sequencing</a:t>
            </a:r>
            <a:r>
              <a:rPr lang="nl-NL" sz="1200" kern="1200">
                <a:solidFill>
                  <a:schemeClr val="tx1"/>
                </a:solidFill>
                <a:effectLst/>
                <a:latin typeface="+mn-lt"/>
                <a:ea typeface="+mn-ea"/>
                <a:cs typeface="+mn-cs"/>
              </a:rPr>
              <a:t>. In de discussie wordt aangegeven dat het onderzoek met meerdere beperkingen te maken had.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kern="1200">
                <a:solidFill>
                  <a:schemeClr val="tx1"/>
                </a:solidFill>
                <a:effectLst/>
                <a:latin typeface="+mn-lt"/>
                <a:ea typeface="+mn-ea"/>
                <a:cs typeface="+mn-cs"/>
              </a:rPr>
              <a:t>-Het doen van aanvullende onderzoek is belangrijk om een beter beeld van de bacteriesamenstelling te krijgen. Hierdoor zal preventie mogelijk worden en kunnen betere behandelingen opgesteld worden.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kern="1200">
              <a:solidFill>
                <a:schemeClr val="tx1"/>
              </a:solidFill>
              <a:effectLst/>
              <a:latin typeface="+mn-lt"/>
              <a:ea typeface="+mn-ea"/>
              <a:cs typeface="+mn-cs"/>
            </a:endParaRPr>
          </a:p>
          <a:p>
            <a:endParaRPr lang="nl-NL"/>
          </a:p>
          <a:p>
            <a:endParaRPr lang="nl-NL"/>
          </a:p>
          <a:p>
            <a:pPr marL="0" marR="0" lvl="0" indent="0" algn="l" defTabSz="914400" rtl="0" eaLnBrk="1" fontAlgn="auto" latinLnBrk="0" hangingPunct="1">
              <a:lnSpc>
                <a:spcPct val="100000"/>
              </a:lnSpc>
              <a:spcBef>
                <a:spcPts val="0"/>
              </a:spcBef>
              <a:spcAft>
                <a:spcPts val="0"/>
              </a:spcAft>
              <a:buClrTx/>
              <a:buSzTx/>
              <a:buFontTx/>
              <a:buNone/>
              <a:tabLst/>
              <a:defRPr/>
            </a:pPr>
            <a:r>
              <a:rPr lang="nl-NL"/>
              <a:t>-Figuur 1: https://periobasics.com/dental-plaque/</a:t>
            </a:r>
          </a:p>
          <a:p>
            <a:pPr marL="0" marR="0" lvl="0" indent="0" algn="l" defTabSz="914400" rtl="0" eaLnBrk="1" fontAlgn="auto" latinLnBrk="0" hangingPunct="1">
              <a:lnSpc>
                <a:spcPct val="100000"/>
              </a:lnSpc>
              <a:spcBef>
                <a:spcPts val="0"/>
              </a:spcBef>
              <a:spcAft>
                <a:spcPts val="0"/>
              </a:spcAft>
              <a:buClrTx/>
              <a:buSzTx/>
              <a:buFontTx/>
              <a:buNone/>
              <a:tabLst/>
              <a:defRPr/>
            </a:pPr>
            <a:r>
              <a:rPr lang="nl-NL"/>
              <a:t>-Figuur 2: https://www.dentalparkmcallen.com/blog/periodontal-diseases/</a:t>
            </a:r>
          </a:p>
          <a:p>
            <a:endParaRPr lang="nl-NL"/>
          </a:p>
        </p:txBody>
      </p:sp>
      <p:sp>
        <p:nvSpPr>
          <p:cNvPr id="4" name="Tijdelijke aanduiding voor dianummer 3">
            <a:extLst>
              <a:ext uri="{FF2B5EF4-FFF2-40B4-BE49-F238E27FC236}">
                <a16:creationId xmlns:a16="http://schemas.microsoft.com/office/drawing/2014/main" id="{A0014A11-8D66-F4AD-ABAA-E9CE2C0E1F42}"/>
              </a:ext>
            </a:extLst>
          </p:cNvPr>
          <p:cNvSpPr>
            <a:spLocks noGrp="1"/>
          </p:cNvSpPr>
          <p:nvPr>
            <p:ph type="sldNum" sz="quarter" idx="5"/>
          </p:nvPr>
        </p:nvSpPr>
        <p:spPr/>
        <p:txBody>
          <a:bodyPr/>
          <a:lstStyle/>
          <a:p>
            <a:fld id="{D7B17FD3-D7C3-4995-A8A6-7412CC6FF46D}" type="slidenum">
              <a:rPr lang="nl-NL" smtClean="0"/>
              <a:t>3</a:t>
            </a:fld>
            <a:endParaRPr lang="nl-NL"/>
          </a:p>
        </p:txBody>
      </p:sp>
    </p:spTree>
    <p:extLst>
      <p:ext uri="{BB962C8B-B14F-4D97-AF65-F5344CB8AC3E}">
        <p14:creationId xmlns:p14="http://schemas.microsoft.com/office/powerpoint/2010/main" val="3667025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EC06F-CED7-5AC2-7850-7D77A57B670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67871EB-75D0-A164-D763-BFD59EF2DB4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1D6B01C-4899-551B-85BF-2B7D6846494F}"/>
              </a:ext>
            </a:extLst>
          </p:cNvPr>
          <p:cNvSpPr>
            <a:spLocks noGrp="1"/>
          </p:cNvSpPr>
          <p:nvPr>
            <p:ph type="body" idx="1"/>
          </p:nvPr>
        </p:nvSpPr>
        <p:spPr/>
        <p:txBody>
          <a:bodyPr/>
          <a:lstStyle/>
          <a:p>
            <a:pPr marL="0" lvl="0" indent="0">
              <a:buNone/>
            </a:pPr>
            <a:r>
              <a:rPr lang="en-GB" b="1">
                <a:latin typeface="Arial" panose="020B0604020202020204" pitchFamily="34" charset="0"/>
                <a:cs typeface="Arial" panose="020B0604020202020204" pitchFamily="34" charset="0"/>
              </a:rPr>
              <a:t>1. </a:t>
            </a:r>
            <a:r>
              <a:rPr lang="en-GB">
                <a:latin typeface="Arial" panose="020B0604020202020204" pitchFamily="34" charset="0"/>
                <a:cs typeface="Arial" panose="020B0604020202020204" pitchFamily="34" charset="0"/>
              </a:rPr>
              <a:t>DNA </a:t>
            </a:r>
            <a:r>
              <a:rPr lang="en-GB" err="1">
                <a:latin typeface="Arial" panose="020B0604020202020204" pitchFamily="34" charset="0"/>
                <a:cs typeface="Arial" panose="020B0604020202020204" pitchFamily="34" charset="0"/>
              </a:rPr>
              <a:t>isolatie</a:t>
            </a:r>
            <a:r>
              <a:rPr lang="en-GB">
                <a:latin typeface="Arial" panose="020B0604020202020204" pitchFamily="34" charset="0"/>
                <a:cs typeface="Arial" panose="020B0604020202020204" pitchFamily="34" charset="0"/>
              </a:rPr>
              <a:t> op </a:t>
            </a:r>
            <a:r>
              <a:rPr lang="en-GB" err="1">
                <a:latin typeface="Arial" panose="020B0604020202020204" pitchFamily="34" charset="0"/>
                <a:cs typeface="Arial" panose="020B0604020202020204" pitchFamily="34" charset="0"/>
              </a:rPr>
              <a:t>cellen</a:t>
            </a:r>
            <a:endParaRPr lang="nl-NL">
              <a:latin typeface="Arial" panose="020B0604020202020204" pitchFamily="34" charset="0"/>
              <a:cs typeface="Arial" panose="020B0604020202020204" pitchFamily="34" charset="0"/>
            </a:endParaRPr>
          </a:p>
          <a:p>
            <a:pPr lvl="1"/>
            <a:r>
              <a:rPr lang="en-GB">
                <a:latin typeface="Arial" panose="020B0604020202020204" pitchFamily="34" charset="0"/>
                <a:cs typeface="Arial" panose="020B0604020202020204" pitchFamily="34" charset="0"/>
              </a:rPr>
              <a:t>Oral Microbiome Whole Cell Mix (ATCC MSA-2004) </a:t>
            </a:r>
            <a:r>
              <a:rPr lang="en-GB" err="1">
                <a:latin typeface="Arial" panose="020B0604020202020204" pitchFamily="34" charset="0"/>
                <a:cs typeface="Arial" panose="020B0604020202020204" pitchFamily="34" charset="0"/>
              </a:rPr>
              <a:t>en</a:t>
            </a:r>
            <a:r>
              <a:rPr lang="en-GB">
                <a:latin typeface="Arial" panose="020B0604020202020204" pitchFamily="34" charset="0"/>
                <a:cs typeface="Arial" panose="020B0604020202020204" pitchFamily="34" charset="0"/>
              </a:rPr>
              <a:t> </a:t>
            </a:r>
            <a:r>
              <a:rPr lang="en-GB" err="1">
                <a:latin typeface="Arial" panose="020B0604020202020204" pitchFamily="34" charset="0"/>
                <a:cs typeface="Arial" panose="020B0604020202020204" pitchFamily="34" charset="0"/>
              </a:rPr>
              <a:t>ZymoBIOMICS</a:t>
            </a:r>
            <a:r>
              <a:rPr lang="en-GB">
                <a:latin typeface="Arial" panose="020B0604020202020204" pitchFamily="34" charset="0"/>
                <a:cs typeface="Arial" panose="020B0604020202020204" pitchFamily="34" charset="0"/>
              </a:rPr>
              <a:t> Oral Microbiome standard</a:t>
            </a:r>
            <a:endParaRPr lang="nl-NL">
              <a:latin typeface="Arial" panose="020B0604020202020204" pitchFamily="34" charset="0"/>
              <a:cs typeface="Arial" panose="020B0604020202020204" pitchFamily="34" charset="0"/>
            </a:endParaRPr>
          </a:p>
          <a:p>
            <a:pPr lvl="1"/>
            <a:r>
              <a:rPr lang="en-GB" err="1">
                <a:latin typeface="Arial" panose="020B0604020202020204" pitchFamily="34" charset="0"/>
                <a:cs typeface="Arial" panose="020B0604020202020204" pitchFamily="34" charset="0"/>
              </a:rPr>
              <a:t>ZymoBIOMICS</a:t>
            </a:r>
            <a:r>
              <a:rPr lang="en-GB">
                <a:latin typeface="Arial" panose="020B0604020202020204" pitchFamily="34" charset="0"/>
                <a:cs typeface="Arial" panose="020B0604020202020204" pitchFamily="34" charset="0"/>
              </a:rPr>
              <a:t>™ DNA Miniprep Kit</a:t>
            </a:r>
            <a:endParaRPr lang="nl-NL">
              <a:latin typeface="Arial" panose="020B0604020202020204" pitchFamily="34" charset="0"/>
              <a:cs typeface="Arial" panose="020B0604020202020204" pitchFamily="34" charset="0"/>
            </a:endParaRPr>
          </a:p>
          <a:p>
            <a:pPr marL="0" lvl="0" indent="0">
              <a:buNone/>
            </a:pPr>
            <a:r>
              <a:rPr lang="nl-NL" b="1">
                <a:latin typeface="Arial" panose="020B0604020202020204" pitchFamily="34" charset="0"/>
                <a:cs typeface="Arial" panose="020B0604020202020204" pitchFamily="34" charset="0"/>
              </a:rPr>
              <a:t>2. </a:t>
            </a:r>
            <a:r>
              <a:rPr lang="nl-NL">
                <a:latin typeface="Arial" panose="020B0604020202020204" pitchFamily="34" charset="0"/>
                <a:cs typeface="Arial" panose="020B0604020202020204" pitchFamily="34" charset="0"/>
              </a:rPr>
              <a:t>Kwaliteit controle van DNA met </a:t>
            </a:r>
            <a:r>
              <a:rPr lang="nl-NL" err="1">
                <a:latin typeface="Arial" panose="020B0604020202020204" pitchFamily="34" charset="0"/>
                <a:cs typeface="Arial" panose="020B0604020202020204" pitchFamily="34" charset="0"/>
              </a:rPr>
              <a:t>Qubit</a:t>
            </a:r>
            <a:r>
              <a:rPr lang="nl-NL">
                <a:latin typeface="Arial" panose="020B0604020202020204" pitchFamily="34" charset="0"/>
                <a:cs typeface="Arial" panose="020B0604020202020204" pitchFamily="34" charset="0"/>
              </a:rPr>
              <a:t> en Nanodrop</a:t>
            </a:r>
          </a:p>
          <a:p>
            <a:pPr lvl="1"/>
            <a:r>
              <a:rPr lang="nl-NL">
                <a:latin typeface="Arial" panose="020B0604020202020204" pitchFamily="34" charset="0"/>
                <a:cs typeface="Arial" panose="020B0604020202020204" pitchFamily="34" charset="0"/>
              </a:rPr>
              <a:t>Na DNA isolatie, na PCR en voor de adapter </a:t>
            </a:r>
            <a:r>
              <a:rPr lang="nl-NL" err="1">
                <a:latin typeface="Arial" panose="020B0604020202020204" pitchFamily="34" charset="0"/>
                <a:cs typeface="Arial" panose="020B0604020202020204" pitchFamily="34" charset="0"/>
              </a:rPr>
              <a:t>ligatie</a:t>
            </a:r>
            <a:endParaRPr lang="nl-NL">
              <a:latin typeface="Arial" panose="020B0604020202020204" pitchFamily="34" charset="0"/>
              <a:cs typeface="Arial" panose="020B0604020202020204" pitchFamily="34" charset="0"/>
            </a:endParaRPr>
          </a:p>
          <a:p>
            <a:pPr marL="0" lvl="0" indent="0">
              <a:buNone/>
            </a:pPr>
            <a:r>
              <a:rPr lang="nl-NL" b="1">
                <a:latin typeface="Arial" panose="020B0604020202020204" pitchFamily="34" charset="0"/>
                <a:cs typeface="Arial" panose="020B0604020202020204" pitchFamily="34" charset="0"/>
              </a:rPr>
              <a:t>3. </a:t>
            </a:r>
            <a:r>
              <a:rPr lang="nl-NL" b="0" err="1">
                <a:latin typeface="Arial" panose="020B0604020202020204" pitchFamily="34" charset="0"/>
                <a:cs typeface="Arial" panose="020B0604020202020204" pitchFamily="34" charset="0"/>
              </a:rPr>
              <a:t>Barcoding</a:t>
            </a:r>
            <a:r>
              <a:rPr lang="nl-NL" b="0">
                <a:latin typeface="Arial" panose="020B0604020202020204" pitchFamily="34" charset="0"/>
                <a:cs typeface="Arial" panose="020B0604020202020204" pitchFamily="34" charset="0"/>
              </a:rPr>
              <a:t>:</a:t>
            </a:r>
          </a:p>
          <a:p>
            <a:pPr marL="0" lvl="0" indent="0">
              <a:buNone/>
            </a:pPr>
            <a:r>
              <a:rPr lang="nl-NL" b="0">
                <a:latin typeface="Arial" panose="020B0604020202020204" pitchFamily="34" charset="0"/>
                <a:cs typeface="Arial" panose="020B0604020202020204" pitchFamily="34" charset="0"/>
              </a:rPr>
              <a:t>-16s </a:t>
            </a:r>
            <a:r>
              <a:rPr lang="nl-NL" b="0" err="1">
                <a:latin typeface="Arial" panose="020B0604020202020204" pitchFamily="34" charset="0"/>
                <a:cs typeface="Arial" panose="020B0604020202020204" pitchFamily="34" charset="0"/>
              </a:rPr>
              <a:t>sequencing</a:t>
            </a:r>
            <a:r>
              <a:rPr lang="nl-NL" b="0">
                <a:latin typeface="Arial" panose="020B0604020202020204" pitchFamily="34" charset="0"/>
                <a:cs typeface="Arial" panose="020B0604020202020204" pitchFamily="34" charset="0"/>
              </a:rPr>
              <a:t>: </a:t>
            </a:r>
            <a:r>
              <a:rPr lang="nl-NL">
                <a:latin typeface="Arial" panose="020B0604020202020204" pitchFamily="34" charset="0"/>
                <a:cs typeface="Arial" panose="020B0604020202020204" pitchFamily="34" charset="0"/>
              </a:rPr>
              <a:t>Amplificatie van 16S </a:t>
            </a:r>
            <a:r>
              <a:rPr lang="nl-NL" err="1">
                <a:latin typeface="Arial" panose="020B0604020202020204" pitchFamily="34" charset="0"/>
                <a:cs typeface="Arial" panose="020B0604020202020204" pitchFamily="34" charset="0"/>
              </a:rPr>
              <a:t>rRNA</a:t>
            </a:r>
            <a:r>
              <a:rPr lang="nl-NL">
                <a:latin typeface="Arial" panose="020B0604020202020204" pitchFamily="34" charset="0"/>
                <a:cs typeface="Arial" panose="020B0604020202020204" pitchFamily="34" charset="0"/>
              </a:rPr>
              <a:t> regio DNA D.M.V. PCR met </a:t>
            </a:r>
            <a:r>
              <a:rPr lang="nl-NL" err="1">
                <a:latin typeface="Arial" panose="020B0604020202020204" pitchFamily="34" charset="0"/>
                <a:cs typeface="Arial" panose="020B0604020202020204" pitchFamily="34" charset="0"/>
              </a:rPr>
              <a:t>barcoding</a:t>
            </a:r>
            <a:r>
              <a:rPr lang="nl-NL">
                <a:latin typeface="Arial" panose="020B0604020202020204" pitchFamily="34" charset="0"/>
                <a:cs typeface="Arial" panose="020B0604020202020204" pitchFamily="34" charset="0"/>
              </a:rPr>
              <a:t> primers</a:t>
            </a:r>
          </a:p>
          <a:p>
            <a:pPr lvl="1"/>
            <a:r>
              <a:rPr lang="nl-NL">
                <a:latin typeface="Arial" panose="020B0604020202020204" pitchFamily="34" charset="0"/>
                <a:cs typeface="Arial" panose="020B0604020202020204" pitchFamily="34" charset="0"/>
              </a:rPr>
              <a:t>Rapid </a:t>
            </a:r>
            <a:r>
              <a:rPr lang="nl-NL" err="1">
                <a:latin typeface="Arial" panose="020B0604020202020204" pitchFamily="34" charset="0"/>
                <a:cs typeface="Arial" panose="020B0604020202020204" pitchFamily="34" charset="0"/>
              </a:rPr>
              <a:t>sequencing</a:t>
            </a:r>
            <a:r>
              <a:rPr lang="nl-NL">
                <a:latin typeface="Arial" panose="020B0604020202020204" pitchFamily="34" charset="0"/>
                <a:cs typeface="Arial" panose="020B0604020202020204" pitchFamily="34" charset="0"/>
              </a:rPr>
              <a:t> DNA - 16S </a:t>
            </a:r>
            <a:r>
              <a:rPr lang="nl-NL" err="1">
                <a:latin typeface="Arial" panose="020B0604020202020204" pitchFamily="34" charset="0"/>
                <a:cs typeface="Arial" panose="020B0604020202020204" pitchFamily="34" charset="0"/>
              </a:rPr>
              <a:t>Barcoding</a:t>
            </a:r>
            <a:r>
              <a:rPr lang="nl-NL">
                <a:latin typeface="Arial" panose="020B0604020202020204" pitchFamily="34" charset="0"/>
                <a:cs typeface="Arial" panose="020B0604020202020204" pitchFamily="34" charset="0"/>
              </a:rPr>
              <a:t> Kit 24 V14 (SQK 16S114.24)</a:t>
            </a:r>
          </a:p>
          <a:p>
            <a:pPr lvl="1"/>
            <a:r>
              <a:rPr lang="nl-NL">
                <a:latin typeface="Arial" panose="020B0604020202020204" pitchFamily="34" charset="0"/>
                <a:cs typeface="Arial" panose="020B0604020202020204" pitchFamily="34" charset="0"/>
              </a:rPr>
              <a:t>Tweede </a:t>
            </a:r>
            <a:r>
              <a:rPr lang="nl-NL" err="1">
                <a:latin typeface="Arial" panose="020B0604020202020204" pitchFamily="34" charset="0"/>
                <a:cs typeface="Arial" panose="020B0604020202020204" pitchFamily="34" charset="0"/>
              </a:rPr>
              <a:t>Qubit</a:t>
            </a:r>
            <a:endParaRPr lang="nl-NL">
              <a:latin typeface="Arial" panose="020B0604020202020204" pitchFamily="34" charset="0"/>
              <a:cs typeface="Arial" panose="020B0604020202020204" pitchFamily="34" charset="0"/>
            </a:endParaRPr>
          </a:p>
          <a:p>
            <a:pPr marL="0" lvl="0" indent="0">
              <a:buNone/>
            </a:pPr>
            <a:r>
              <a:rPr lang="en-GB" b="0">
                <a:latin typeface="Arial" panose="020B0604020202020204" pitchFamily="34" charset="0"/>
                <a:cs typeface="Arial" panose="020B0604020202020204" pitchFamily="34" charset="0"/>
              </a:rPr>
              <a:t>-WGS: </a:t>
            </a:r>
          </a:p>
          <a:p>
            <a:pPr marL="0" lvl="0" indent="0">
              <a:buNone/>
            </a:pPr>
            <a:r>
              <a:rPr lang="en-GB" b="0">
                <a:latin typeface="Arial" panose="020B0604020202020204" pitchFamily="34" charset="0"/>
                <a:cs typeface="Arial" panose="020B0604020202020204" pitchFamily="34" charset="0"/>
              </a:rPr>
              <a:t>            </a:t>
            </a:r>
            <a:r>
              <a:rPr lang="en-US" b="0">
                <a:latin typeface="Arial" panose="020B0604020202020204" pitchFamily="34" charset="0"/>
                <a:cs typeface="Arial" panose="020B0604020202020204" pitchFamily="34" charset="0"/>
              </a:rPr>
              <a:t>Ligation sequencing gDNA Native Barcoding Kit 24 V14 (SQK-NBD114.24)</a:t>
            </a:r>
          </a:p>
          <a:p>
            <a:pPr marL="0" lvl="0" indent="0">
              <a:buNone/>
            </a:pPr>
            <a:r>
              <a:rPr lang="en-US" b="0">
                <a:latin typeface="Arial" panose="020B0604020202020204" pitchFamily="34" charset="0"/>
                <a:cs typeface="Arial" panose="020B0604020202020204" pitchFamily="34" charset="0"/>
              </a:rPr>
              <a:t>            </a:t>
            </a:r>
            <a:r>
              <a:rPr lang="en-US" b="0" err="1">
                <a:latin typeface="Arial" panose="020B0604020202020204" pitchFamily="34" charset="0"/>
                <a:cs typeface="Arial" panose="020B0604020202020204" pitchFamily="34" charset="0"/>
              </a:rPr>
              <a:t>Géén</a:t>
            </a:r>
            <a:r>
              <a:rPr lang="en-US" b="0">
                <a:latin typeface="Arial" panose="020B0604020202020204" pitchFamily="34" charset="0"/>
                <a:cs typeface="Arial" panose="020B0604020202020204" pitchFamily="34" charset="0"/>
              </a:rPr>
              <a:t> PCR </a:t>
            </a:r>
            <a:r>
              <a:rPr lang="en-US" b="0" err="1">
                <a:latin typeface="Arial" panose="020B0604020202020204" pitchFamily="34" charset="0"/>
                <a:cs typeface="Arial" panose="020B0604020202020204" pitchFamily="34" charset="0"/>
              </a:rPr>
              <a:t>en</a:t>
            </a:r>
            <a:r>
              <a:rPr lang="en-US" b="0">
                <a:latin typeface="Arial" panose="020B0604020202020204" pitchFamily="34" charset="0"/>
                <a:cs typeface="Arial" panose="020B0604020202020204" pitchFamily="34" charset="0"/>
              </a:rPr>
              <a:t> native barcodes </a:t>
            </a:r>
            <a:r>
              <a:rPr lang="en-US" b="0" err="1">
                <a:latin typeface="Arial" panose="020B0604020202020204" pitchFamily="34" charset="0"/>
                <a:cs typeface="Arial" panose="020B0604020202020204" pitchFamily="34" charset="0"/>
              </a:rPr>
              <a:t>ipv</a:t>
            </a:r>
            <a:r>
              <a:rPr lang="en-US" b="0">
                <a:latin typeface="Arial" panose="020B0604020202020204" pitchFamily="34" charset="0"/>
                <a:cs typeface="Arial" panose="020B0604020202020204" pitchFamily="34" charset="0"/>
              </a:rPr>
              <a:t> rapid barcodes</a:t>
            </a:r>
            <a:endParaRPr lang="en-GB" b="0">
              <a:latin typeface="Arial" panose="020B0604020202020204" pitchFamily="34" charset="0"/>
              <a:cs typeface="Arial" panose="020B0604020202020204" pitchFamily="34" charset="0"/>
            </a:endParaRPr>
          </a:p>
          <a:p>
            <a:pPr marL="0" lvl="0" indent="0">
              <a:buNone/>
            </a:pPr>
            <a:r>
              <a:rPr lang="en-GB" b="1">
                <a:latin typeface="Arial" panose="020B0604020202020204" pitchFamily="34" charset="0"/>
                <a:cs typeface="Arial" panose="020B0604020202020204" pitchFamily="34" charset="0"/>
              </a:rPr>
              <a:t>4. </a:t>
            </a:r>
            <a:r>
              <a:rPr lang="en-GB" err="1">
                <a:latin typeface="Arial" panose="020B0604020202020204" pitchFamily="34" charset="0"/>
                <a:cs typeface="Arial" panose="020B0604020202020204" pitchFamily="34" charset="0"/>
              </a:rPr>
              <a:t>Flowcel</a:t>
            </a:r>
            <a:r>
              <a:rPr lang="en-GB">
                <a:latin typeface="Arial" panose="020B0604020202020204" pitchFamily="34" charset="0"/>
                <a:cs typeface="Arial" panose="020B0604020202020204" pitchFamily="34" charset="0"/>
              </a:rPr>
              <a:t>/hardware check</a:t>
            </a:r>
            <a:endParaRPr lang="nl-NL">
              <a:latin typeface="Arial" panose="020B0604020202020204" pitchFamily="34" charset="0"/>
              <a:cs typeface="Arial" panose="020B0604020202020204" pitchFamily="34" charset="0"/>
            </a:endParaRPr>
          </a:p>
          <a:p>
            <a:pPr lvl="1"/>
            <a:r>
              <a:rPr lang="nl-NL">
                <a:latin typeface="Arial" panose="020B0604020202020204" pitchFamily="34" charset="0"/>
                <a:cs typeface="Arial" panose="020B0604020202020204" pitchFamily="34" charset="0"/>
              </a:rPr>
              <a:t>Tijdens PCR-reactie</a:t>
            </a:r>
          </a:p>
          <a:p>
            <a:pPr marL="0" lvl="0" indent="0">
              <a:buNone/>
            </a:pPr>
            <a:r>
              <a:rPr lang="nl-NL" b="1">
                <a:latin typeface="Arial" panose="020B0604020202020204" pitchFamily="34" charset="0"/>
                <a:cs typeface="Arial" panose="020B0604020202020204" pitchFamily="34" charset="0"/>
              </a:rPr>
              <a:t>5. </a:t>
            </a:r>
            <a:r>
              <a:rPr lang="nl-NL" err="1">
                <a:latin typeface="Arial" panose="020B0604020202020204" pitchFamily="34" charset="0"/>
                <a:cs typeface="Arial" panose="020B0604020202020204" pitchFamily="34" charset="0"/>
              </a:rPr>
              <a:t>Barcoded</a:t>
            </a:r>
            <a:r>
              <a:rPr lang="nl-NL">
                <a:latin typeface="Arial" panose="020B0604020202020204" pitchFamily="34" charset="0"/>
                <a:cs typeface="Arial" panose="020B0604020202020204" pitchFamily="34" charset="0"/>
              </a:rPr>
              <a:t> samples isolatie/zuivering</a:t>
            </a:r>
          </a:p>
          <a:p>
            <a:pPr lvl="1"/>
            <a:r>
              <a:rPr lang="nl-NL">
                <a:latin typeface="Arial" panose="020B0604020202020204" pitchFamily="34" charset="0"/>
                <a:cs typeface="Arial" panose="020B0604020202020204" pitchFamily="34" charset="0"/>
              </a:rPr>
              <a:t>Derde </a:t>
            </a:r>
            <a:r>
              <a:rPr lang="nl-NL" err="1">
                <a:latin typeface="Arial" panose="020B0604020202020204" pitchFamily="34" charset="0"/>
                <a:cs typeface="Arial" panose="020B0604020202020204" pitchFamily="34" charset="0"/>
              </a:rPr>
              <a:t>Qubit</a:t>
            </a:r>
            <a:endParaRPr lang="nl-NL">
              <a:latin typeface="Arial" panose="020B0604020202020204" pitchFamily="34" charset="0"/>
              <a:cs typeface="Arial" panose="020B0604020202020204" pitchFamily="34" charset="0"/>
            </a:endParaRPr>
          </a:p>
          <a:p>
            <a:pPr marL="0" lvl="0" indent="0">
              <a:buNone/>
            </a:pPr>
            <a:r>
              <a:rPr lang="nl-NL" b="1">
                <a:latin typeface="Arial" panose="020B0604020202020204" pitchFamily="34" charset="0"/>
                <a:cs typeface="Arial" panose="020B0604020202020204" pitchFamily="34" charset="0"/>
              </a:rPr>
              <a:t>6. </a:t>
            </a:r>
            <a:r>
              <a:rPr lang="nl-NL">
                <a:latin typeface="Arial" panose="020B0604020202020204" pitchFamily="34" charset="0"/>
                <a:cs typeface="Arial" panose="020B0604020202020204" pitchFamily="34" charset="0"/>
              </a:rPr>
              <a:t>Adapter </a:t>
            </a:r>
            <a:r>
              <a:rPr lang="nl-NL" err="1">
                <a:latin typeface="Arial" panose="020B0604020202020204" pitchFamily="34" charset="0"/>
                <a:cs typeface="Arial" panose="020B0604020202020204" pitchFamily="34" charset="0"/>
              </a:rPr>
              <a:t>ligatie</a:t>
            </a:r>
            <a:endParaRPr lang="nl-NL">
              <a:latin typeface="Arial" panose="020B0604020202020204" pitchFamily="34" charset="0"/>
              <a:cs typeface="Arial" panose="020B0604020202020204" pitchFamily="34" charset="0"/>
            </a:endParaRPr>
          </a:p>
          <a:p>
            <a:pPr marL="0" lvl="0" indent="0">
              <a:buNone/>
            </a:pPr>
            <a:r>
              <a:rPr lang="nl-NL" b="1">
                <a:latin typeface="Arial" panose="020B0604020202020204" pitchFamily="34" charset="0"/>
                <a:cs typeface="Arial" panose="020B0604020202020204" pitchFamily="34" charset="0"/>
              </a:rPr>
              <a:t>7. </a:t>
            </a:r>
            <a:r>
              <a:rPr lang="nl-NL" err="1">
                <a:latin typeface="Arial" panose="020B0604020202020204" pitchFamily="34" charset="0"/>
                <a:cs typeface="Arial" panose="020B0604020202020204" pitchFamily="34" charset="0"/>
              </a:rPr>
              <a:t>Priming</a:t>
            </a:r>
            <a:r>
              <a:rPr lang="nl-NL">
                <a:latin typeface="Arial" panose="020B0604020202020204" pitchFamily="34" charset="0"/>
                <a:cs typeface="Arial" panose="020B0604020202020204" pitchFamily="34" charset="0"/>
              </a:rPr>
              <a:t>/</a:t>
            </a:r>
            <a:r>
              <a:rPr lang="nl-NL" err="1">
                <a:latin typeface="Arial" panose="020B0604020202020204" pitchFamily="34" charset="0"/>
                <a:cs typeface="Arial" panose="020B0604020202020204" pitchFamily="34" charset="0"/>
              </a:rPr>
              <a:t>loading</a:t>
            </a:r>
            <a:r>
              <a:rPr lang="nl-NL">
                <a:latin typeface="Arial" panose="020B0604020202020204" pitchFamily="34" charset="0"/>
                <a:cs typeface="Arial" panose="020B0604020202020204" pitchFamily="34" charset="0"/>
              </a:rPr>
              <a:t> van </a:t>
            </a:r>
            <a:r>
              <a:rPr lang="nl-NL" err="1">
                <a:latin typeface="Arial" panose="020B0604020202020204" pitchFamily="34" charset="0"/>
                <a:cs typeface="Arial" panose="020B0604020202020204" pitchFamily="34" charset="0"/>
              </a:rPr>
              <a:t>flowcel</a:t>
            </a:r>
            <a:endParaRPr lang="nl-NL">
              <a:latin typeface="Arial" panose="020B0604020202020204" pitchFamily="34" charset="0"/>
              <a:cs typeface="Arial" panose="020B0604020202020204" pitchFamily="34" charset="0"/>
            </a:endParaRPr>
          </a:p>
          <a:p>
            <a:pPr lvl="1"/>
            <a:r>
              <a:rPr lang="en-GB">
                <a:latin typeface="Arial" panose="020B0604020202020204" pitchFamily="34" charset="0"/>
                <a:cs typeface="Arial" panose="020B0604020202020204" pitchFamily="34" charset="0"/>
              </a:rPr>
              <a:t>Kleine </a:t>
            </a:r>
            <a:r>
              <a:rPr lang="en-GB" err="1">
                <a:latin typeface="Arial" panose="020B0604020202020204" pitchFamily="34" charset="0"/>
                <a:cs typeface="Arial" panose="020B0604020202020204" pitchFamily="34" charset="0"/>
              </a:rPr>
              <a:t>flowcel</a:t>
            </a:r>
            <a:endParaRPr lang="en-GB">
              <a:latin typeface="Arial" panose="020B0604020202020204" pitchFamily="34" charset="0"/>
              <a:cs typeface="Arial" panose="020B0604020202020204" pitchFamily="34" charset="0"/>
            </a:endParaRPr>
          </a:p>
          <a:p>
            <a:pPr marL="0" lvl="0" indent="0">
              <a:buNone/>
            </a:pPr>
            <a:endParaRPr lang="nl-NL" b="1">
              <a:latin typeface="Arial" panose="020B0604020202020204" pitchFamily="34" charset="0"/>
              <a:cs typeface="Arial" panose="020B0604020202020204" pitchFamily="34" charset="0"/>
            </a:endParaRPr>
          </a:p>
          <a:p>
            <a:pPr marL="0" lvl="0" indent="0">
              <a:buNone/>
            </a:pPr>
            <a:endParaRPr lang="nl-NL" b="1">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a:t>Figuur 3: https://nanoporetech.com/document/minion-user-manual</a:t>
            </a:r>
          </a:p>
          <a:p>
            <a:pPr marL="0" lvl="0" indent="0">
              <a:buNone/>
            </a:pPr>
            <a:endParaRPr lang="nl-NL" b="1">
              <a:latin typeface="Arial" panose="020B0604020202020204" pitchFamily="34" charset="0"/>
              <a:cs typeface="Arial" panose="020B0604020202020204" pitchFamily="34" charset="0"/>
            </a:endParaRPr>
          </a:p>
          <a:p>
            <a:pPr marL="0" lvl="0" indent="0">
              <a:buNone/>
            </a:pPr>
            <a:endParaRPr lang="nl-NL" b="1">
              <a:latin typeface="Arial" panose="020B0604020202020204" pitchFamily="34" charset="0"/>
              <a:cs typeface="Arial" panose="020B0604020202020204" pitchFamily="34" charset="0"/>
            </a:endParaRPr>
          </a:p>
        </p:txBody>
      </p:sp>
      <p:sp>
        <p:nvSpPr>
          <p:cNvPr id="4" name="Tijdelijke aanduiding voor dianummer 3">
            <a:extLst>
              <a:ext uri="{FF2B5EF4-FFF2-40B4-BE49-F238E27FC236}">
                <a16:creationId xmlns:a16="http://schemas.microsoft.com/office/drawing/2014/main" id="{028DC544-3208-C7C5-24D9-BFC1809C1FED}"/>
              </a:ext>
            </a:extLst>
          </p:cNvPr>
          <p:cNvSpPr>
            <a:spLocks noGrp="1"/>
          </p:cNvSpPr>
          <p:nvPr>
            <p:ph type="sldNum" sz="quarter" idx="5"/>
          </p:nvPr>
        </p:nvSpPr>
        <p:spPr/>
        <p:txBody>
          <a:bodyPr/>
          <a:lstStyle/>
          <a:p>
            <a:fld id="{D7B17FD3-D7C3-4995-A8A6-7412CC6FF46D}" type="slidenum">
              <a:rPr lang="nl-NL" smtClean="0"/>
              <a:t>10</a:t>
            </a:fld>
            <a:endParaRPr lang="nl-NL"/>
          </a:p>
        </p:txBody>
      </p:sp>
    </p:spTree>
    <p:extLst>
      <p:ext uri="{BB962C8B-B14F-4D97-AF65-F5344CB8AC3E}">
        <p14:creationId xmlns:p14="http://schemas.microsoft.com/office/powerpoint/2010/main" val="3955631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D7B17FD3-D7C3-4995-A8A6-7412CC6FF46D}" type="slidenum">
              <a:rPr lang="nl-NL" smtClean="0"/>
              <a:t>13</a:t>
            </a:fld>
            <a:endParaRPr lang="nl-NL"/>
          </a:p>
        </p:txBody>
      </p:sp>
    </p:spTree>
    <p:extLst>
      <p:ext uri="{BB962C8B-B14F-4D97-AF65-F5344CB8AC3E}">
        <p14:creationId xmlns:p14="http://schemas.microsoft.com/office/powerpoint/2010/main" val="1696049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-16S </a:t>
            </a:r>
            <a:r>
              <a:rPr lang="nl-NL" err="1"/>
              <a:t>barcoding</a:t>
            </a:r>
            <a:r>
              <a:rPr lang="nl-NL"/>
              <a:t> kit 24 V14: Zegt bij de informatie te werken voor genus level specificatie, niet species (waarmee wij bezig waren).</a:t>
            </a:r>
          </a:p>
          <a:p>
            <a:r>
              <a:rPr lang="nl-NL"/>
              <a:t>-Primers van de kit binden in regio’s die niet 100% geconserveerd zijn, wat ervoor kan zorgen dat sommige species weg vallen.</a:t>
            </a:r>
          </a:p>
          <a:p>
            <a:r>
              <a:rPr lang="nl-NL"/>
              <a:t>-Het gaat steeds om dezelfde species die niet aanwezig zijn.</a:t>
            </a:r>
          </a:p>
          <a:p>
            <a:r>
              <a:rPr lang="nl-NL"/>
              <a:t>-Neisseria </a:t>
            </a:r>
            <a:r>
              <a:rPr lang="nl-NL" err="1"/>
              <a:t>spp</a:t>
            </a:r>
            <a:r>
              <a:rPr lang="nl-NL"/>
              <a:t>. werd bij zowel de </a:t>
            </a:r>
            <a:r>
              <a:rPr lang="nl-NL" err="1"/>
              <a:t>patiëntenmonsters</a:t>
            </a:r>
            <a:r>
              <a:rPr lang="nl-NL"/>
              <a:t> als de controlemonsters niet teruggevonden, dit kan 2 mogelijke verklaringen hebben: 1. Als Neisseria </a:t>
            </a:r>
            <a:r>
              <a:rPr lang="nl-NL" err="1"/>
              <a:t>subflava</a:t>
            </a:r>
            <a:r>
              <a:rPr lang="nl-NL"/>
              <a:t>. aanwezig was bij de patiënten / onderzoekers, dan bevindt dit zich vooral op de tong. Bij samples van het gebit wordt deze bacterie dan niet </a:t>
            </a:r>
            <a:r>
              <a:rPr lang="nl-NL" err="1"/>
              <a:t>terugggevonden</a:t>
            </a:r>
            <a:r>
              <a:rPr lang="nl-NL"/>
              <a:t>. 2. Als er een andere Neisseria </a:t>
            </a:r>
            <a:r>
              <a:rPr lang="nl-NL" err="1"/>
              <a:t>spp</a:t>
            </a:r>
            <a:r>
              <a:rPr lang="nl-NL"/>
              <a:t>. aanwezig was, dan is dit mogelijk </a:t>
            </a:r>
            <a:r>
              <a:rPr lang="nl-NL" err="1"/>
              <a:t>weggefilterd</a:t>
            </a:r>
            <a:r>
              <a:rPr lang="nl-NL"/>
              <a:t> in verband met slechte </a:t>
            </a:r>
            <a:r>
              <a:rPr lang="nl-NL" err="1"/>
              <a:t>reads</a:t>
            </a:r>
            <a:r>
              <a:rPr lang="nl-NL"/>
              <a:t> of het kon niet goed binden aan de barcode primers.</a:t>
            </a:r>
          </a:p>
          <a:p>
            <a:r>
              <a:rPr lang="nl-NL"/>
              <a:t>Het is in ieder geval géén beperking van de </a:t>
            </a:r>
            <a:r>
              <a:rPr lang="nl-NL" err="1"/>
              <a:t>datasbase</a:t>
            </a:r>
            <a:r>
              <a:rPr lang="nl-NL"/>
              <a:t>: Neisseria </a:t>
            </a:r>
            <a:r>
              <a:rPr lang="nl-NL" err="1"/>
              <a:t>subflava</a:t>
            </a:r>
            <a:r>
              <a:rPr lang="nl-NL"/>
              <a:t> kan gedetecteerd worden door de Minikraken2 database.</a:t>
            </a:r>
          </a:p>
          <a:p>
            <a:endParaRPr lang="nl-NL"/>
          </a:p>
          <a:p>
            <a:pPr marL="0" marR="0" lvl="0" indent="0" algn="l" defTabSz="914400" rtl="0" eaLnBrk="1" fontAlgn="auto" latinLnBrk="0" hangingPunct="1">
              <a:lnSpc>
                <a:spcPct val="100000"/>
              </a:lnSpc>
              <a:spcBef>
                <a:spcPts val="0"/>
              </a:spcBef>
              <a:spcAft>
                <a:spcPts val="0"/>
              </a:spcAft>
              <a:buClrTx/>
              <a:buSzTx/>
              <a:buFontTx/>
              <a:buNone/>
              <a:tabLst/>
              <a:defRPr/>
            </a:pPr>
            <a:r>
              <a:rPr lang="nl-NL"/>
              <a:t>-</a:t>
            </a:r>
            <a:r>
              <a:rPr lang="nl-NL" i="1"/>
              <a:t>Campylobacter </a:t>
            </a:r>
            <a:r>
              <a:rPr lang="nl-NL" i="1" err="1"/>
              <a:t>gracilis</a:t>
            </a:r>
            <a:r>
              <a:rPr lang="nl-NL"/>
              <a:t>: Heel goed mogelijk dat dit correct is. De prevalentie van </a:t>
            </a:r>
            <a:r>
              <a:rPr lang="nl-NL" sz="1200" i="1">
                <a:latin typeface="Arial" panose="020B0604020202020204" pitchFamily="34" charset="0"/>
                <a:cs typeface="Arial" panose="020B0604020202020204" pitchFamily="34" charset="0"/>
              </a:rPr>
              <a:t>Campylobacter </a:t>
            </a:r>
            <a:r>
              <a:rPr lang="nl-NL" sz="1200" i="1" err="1">
                <a:latin typeface="Arial" panose="020B0604020202020204" pitchFamily="34" charset="0"/>
                <a:cs typeface="Arial" panose="020B0604020202020204" pitchFamily="34" charset="0"/>
              </a:rPr>
              <a:t>gracilis</a:t>
            </a:r>
            <a:r>
              <a:rPr lang="nl-NL" sz="1200" i="1">
                <a:latin typeface="Arial" panose="020B0604020202020204" pitchFamily="34" charset="0"/>
                <a:cs typeface="Arial" panose="020B0604020202020204" pitchFamily="34" charset="0"/>
              </a:rPr>
              <a:t> </a:t>
            </a:r>
            <a:r>
              <a:rPr lang="nl-NL" sz="1200" i="0">
                <a:latin typeface="Arial" panose="020B0604020202020204" pitchFamily="34" charset="0"/>
                <a:cs typeface="Arial" panose="020B0604020202020204" pitchFamily="34" charset="0"/>
              </a:rPr>
              <a:t>is afhankelijk van de fase van parodontitis. De samenstelling van de </a:t>
            </a:r>
            <a:r>
              <a:rPr lang="nl-NL"/>
              <a:t>Campylobacter soorten kan ook nog verschillen per persoon, het kan dus toeval zijn dat </a:t>
            </a:r>
            <a:r>
              <a:rPr lang="nl-NL" sz="1200" i="1">
                <a:latin typeface="Arial" panose="020B0604020202020204" pitchFamily="34" charset="0"/>
                <a:cs typeface="Arial" panose="020B0604020202020204" pitchFamily="34" charset="0"/>
              </a:rPr>
              <a:t>Campylobacter </a:t>
            </a:r>
            <a:r>
              <a:rPr lang="nl-NL" sz="1200" i="1" err="1">
                <a:latin typeface="Arial" panose="020B0604020202020204" pitchFamily="34" charset="0"/>
                <a:cs typeface="Arial" panose="020B0604020202020204" pitchFamily="34" charset="0"/>
              </a:rPr>
              <a:t>gracilis</a:t>
            </a:r>
            <a:r>
              <a:rPr lang="nl-NL"/>
              <a:t> bij de controlemonsters veel voorkwam.</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i="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i="0">
                <a:latin typeface="Arial" panose="020B0604020202020204" pitchFamily="34" charset="0"/>
                <a:cs typeface="Arial" panose="020B0604020202020204" pitchFamily="34" charset="0"/>
              </a:rPr>
              <a:t>Bron: https://pmc.ncbi.nlm.nih.gov/articles/PMC4239405/</a:t>
            </a:r>
          </a:p>
          <a:p>
            <a:endParaRPr lang="nl-NL"/>
          </a:p>
          <a:p>
            <a:endParaRPr lang="nl-NL"/>
          </a:p>
        </p:txBody>
      </p:sp>
      <p:sp>
        <p:nvSpPr>
          <p:cNvPr id="4" name="Tijdelijke aanduiding voor dianummer 3"/>
          <p:cNvSpPr>
            <a:spLocks noGrp="1"/>
          </p:cNvSpPr>
          <p:nvPr>
            <p:ph type="sldNum" sz="quarter" idx="5"/>
          </p:nvPr>
        </p:nvSpPr>
        <p:spPr/>
        <p:txBody>
          <a:bodyPr/>
          <a:lstStyle/>
          <a:p>
            <a:fld id="{D7B17FD3-D7C3-4995-A8A6-7412CC6FF46D}" type="slidenum">
              <a:rPr lang="nl-NL" smtClean="0"/>
              <a:t>19</a:t>
            </a:fld>
            <a:endParaRPr lang="nl-NL"/>
          </a:p>
        </p:txBody>
      </p:sp>
    </p:spTree>
    <p:extLst>
      <p:ext uri="{BB962C8B-B14F-4D97-AF65-F5344CB8AC3E}">
        <p14:creationId xmlns:p14="http://schemas.microsoft.com/office/powerpoint/2010/main" val="1003546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3D4B64-3B86-9DB6-99ED-B1C3A173D669}"/>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9EC70CD1-7A17-AD0E-00AA-E2CF9DAD7C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BED75C35-3B2B-213D-0760-6C0BADCB947A}"/>
              </a:ext>
            </a:extLst>
          </p:cNvPr>
          <p:cNvSpPr>
            <a:spLocks noGrp="1"/>
          </p:cNvSpPr>
          <p:nvPr>
            <p:ph type="dt" sz="half" idx="10"/>
          </p:nvPr>
        </p:nvSpPr>
        <p:spPr/>
        <p:txBody>
          <a:bodyPr/>
          <a:lstStyle/>
          <a:p>
            <a:fld id="{2FE1E5CD-5B2A-4195-825E-6FE6369367C1}" type="datetime1">
              <a:rPr lang="nl-NL" smtClean="0"/>
              <a:t>21-1-2026</a:t>
            </a:fld>
            <a:endParaRPr lang="nl-NL"/>
          </a:p>
        </p:txBody>
      </p:sp>
      <p:sp>
        <p:nvSpPr>
          <p:cNvPr id="5" name="Tijdelijke aanduiding voor voettekst 4">
            <a:extLst>
              <a:ext uri="{FF2B5EF4-FFF2-40B4-BE49-F238E27FC236}">
                <a16:creationId xmlns:a16="http://schemas.microsoft.com/office/drawing/2014/main" id="{FA53D9DB-F60B-4ABE-870F-D7433D055F7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AD08CAF-9C5C-D87C-FE1C-69D3964E3E91}"/>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3921531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C71900-438E-9AAF-38C3-A1522CC186F1}"/>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6A07B8F4-9A21-66B8-BB90-3373BA5BA6D9}"/>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E105FC86-7FDA-EC2C-CCAA-4A492EFE86BB}"/>
              </a:ext>
            </a:extLst>
          </p:cNvPr>
          <p:cNvSpPr>
            <a:spLocks noGrp="1"/>
          </p:cNvSpPr>
          <p:nvPr>
            <p:ph type="dt" sz="half" idx="10"/>
          </p:nvPr>
        </p:nvSpPr>
        <p:spPr/>
        <p:txBody>
          <a:bodyPr/>
          <a:lstStyle/>
          <a:p>
            <a:fld id="{67DEFF57-C432-4BA0-BBC9-183BD2F024B4}" type="datetime1">
              <a:rPr lang="nl-NL" smtClean="0"/>
              <a:t>21-1-2026</a:t>
            </a:fld>
            <a:endParaRPr lang="nl-NL"/>
          </a:p>
        </p:txBody>
      </p:sp>
      <p:sp>
        <p:nvSpPr>
          <p:cNvPr id="5" name="Tijdelijke aanduiding voor voettekst 4">
            <a:extLst>
              <a:ext uri="{FF2B5EF4-FFF2-40B4-BE49-F238E27FC236}">
                <a16:creationId xmlns:a16="http://schemas.microsoft.com/office/drawing/2014/main" id="{CF4E01A0-3FAE-DEC1-8FEF-A878DC672E4C}"/>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997971D-FA35-03CB-5321-9723A52839A1}"/>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114564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71150C-2202-B8D1-C806-C1E9730B7301}"/>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2405A64F-5047-5FA6-CE53-11B6E4F781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3668996D-D527-1E5E-7B48-3769B3F3094D}"/>
              </a:ext>
            </a:extLst>
          </p:cNvPr>
          <p:cNvSpPr>
            <a:spLocks noGrp="1"/>
          </p:cNvSpPr>
          <p:nvPr>
            <p:ph type="dt" sz="half" idx="10"/>
          </p:nvPr>
        </p:nvSpPr>
        <p:spPr/>
        <p:txBody>
          <a:bodyPr/>
          <a:lstStyle/>
          <a:p>
            <a:fld id="{1DA89E40-E442-4A37-8637-D39BA5B1D7C0}" type="datetime1">
              <a:rPr lang="nl-NL" smtClean="0"/>
              <a:t>21-1-2026</a:t>
            </a:fld>
            <a:endParaRPr lang="nl-NL"/>
          </a:p>
        </p:txBody>
      </p:sp>
      <p:sp>
        <p:nvSpPr>
          <p:cNvPr id="5" name="Tijdelijke aanduiding voor voettekst 4">
            <a:extLst>
              <a:ext uri="{FF2B5EF4-FFF2-40B4-BE49-F238E27FC236}">
                <a16:creationId xmlns:a16="http://schemas.microsoft.com/office/drawing/2014/main" id="{78ACA729-7FD3-5523-2121-DAB8C82FD82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21C4BE7-D829-5C03-F4E1-9FFC0AFA70BB}"/>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42769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F2DB01-F8B5-7AF1-1982-AE0497F6D4D8}"/>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84085C11-7E4B-A9CC-6EB2-70C50DBF7FBA}"/>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66BA9B90-AE23-0786-733D-88A1B19E545C}"/>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7B7CA613-CF81-8B77-9550-AEBC6DE97EA6}"/>
              </a:ext>
            </a:extLst>
          </p:cNvPr>
          <p:cNvSpPr>
            <a:spLocks noGrp="1"/>
          </p:cNvSpPr>
          <p:nvPr>
            <p:ph type="dt" sz="half" idx="10"/>
          </p:nvPr>
        </p:nvSpPr>
        <p:spPr/>
        <p:txBody>
          <a:bodyPr/>
          <a:lstStyle/>
          <a:p>
            <a:fld id="{A2147826-8AF8-459C-95B3-2A5BFA41C6C1}" type="datetime1">
              <a:rPr lang="nl-NL" smtClean="0"/>
              <a:t>21-1-2026</a:t>
            </a:fld>
            <a:endParaRPr lang="nl-NL"/>
          </a:p>
        </p:txBody>
      </p:sp>
      <p:sp>
        <p:nvSpPr>
          <p:cNvPr id="6" name="Tijdelijke aanduiding voor voettekst 5">
            <a:extLst>
              <a:ext uri="{FF2B5EF4-FFF2-40B4-BE49-F238E27FC236}">
                <a16:creationId xmlns:a16="http://schemas.microsoft.com/office/drawing/2014/main" id="{8D23AE02-E84B-8E62-FCBF-FB556A52D308}"/>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D5B07FE9-2A7C-D981-3953-F1F5F7BD4AE0}"/>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3947939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306C2B-23F7-9678-EAC3-9AED4B8E6ADB}"/>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4F30151A-37FE-D4B3-D485-4E900CE220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8DDA8BFF-4E74-0399-7148-C42D6B4DAE4A}"/>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5385CAD7-553C-40B3-FB32-1FA2A9CB13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AB7E2BB9-9464-8325-E557-32A5BF7E9EA5}"/>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132F8F43-68D5-7978-65AB-041C2F36571A}"/>
              </a:ext>
            </a:extLst>
          </p:cNvPr>
          <p:cNvSpPr>
            <a:spLocks noGrp="1"/>
          </p:cNvSpPr>
          <p:nvPr>
            <p:ph type="dt" sz="half" idx="10"/>
          </p:nvPr>
        </p:nvSpPr>
        <p:spPr/>
        <p:txBody>
          <a:bodyPr/>
          <a:lstStyle/>
          <a:p>
            <a:fld id="{B0CDFB88-3FCD-4E55-B52B-58CC7ED8FB45}" type="datetime1">
              <a:rPr lang="nl-NL" smtClean="0"/>
              <a:t>21-1-2026</a:t>
            </a:fld>
            <a:endParaRPr lang="nl-NL"/>
          </a:p>
        </p:txBody>
      </p:sp>
      <p:sp>
        <p:nvSpPr>
          <p:cNvPr id="8" name="Tijdelijke aanduiding voor voettekst 7">
            <a:extLst>
              <a:ext uri="{FF2B5EF4-FFF2-40B4-BE49-F238E27FC236}">
                <a16:creationId xmlns:a16="http://schemas.microsoft.com/office/drawing/2014/main" id="{C6BA5EF0-CA71-27C9-6217-B39F579F1022}"/>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A5A2A2B6-ADD5-8659-50AC-662BCDBB7F4B}"/>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1142620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32163E-2C64-9953-0923-F430CFD4A5E2}"/>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05AFDBD5-18AF-46ED-198C-29D7C35EFD9E}"/>
              </a:ext>
            </a:extLst>
          </p:cNvPr>
          <p:cNvSpPr>
            <a:spLocks noGrp="1"/>
          </p:cNvSpPr>
          <p:nvPr>
            <p:ph type="dt" sz="half" idx="10"/>
          </p:nvPr>
        </p:nvSpPr>
        <p:spPr/>
        <p:txBody>
          <a:bodyPr/>
          <a:lstStyle/>
          <a:p>
            <a:fld id="{E7DD50AA-7E61-42A6-88F8-9534CBE7FF58}" type="datetime1">
              <a:rPr lang="nl-NL" smtClean="0"/>
              <a:t>21-1-2026</a:t>
            </a:fld>
            <a:endParaRPr lang="nl-NL"/>
          </a:p>
        </p:txBody>
      </p:sp>
      <p:sp>
        <p:nvSpPr>
          <p:cNvPr id="4" name="Tijdelijke aanduiding voor voettekst 3">
            <a:extLst>
              <a:ext uri="{FF2B5EF4-FFF2-40B4-BE49-F238E27FC236}">
                <a16:creationId xmlns:a16="http://schemas.microsoft.com/office/drawing/2014/main" id="{BF7C76D5-DEEE-40BF-67C6-EF8C49041AA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99FBADC7-5039-CF70-8ACD-560DBB8A25A7}"/>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396092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11E0C09D-AF0F-2D6D-451C-A4E8DB87951C}"/>
              </a:ext>
            </a:extLst>
          </p:cNvPr>
          <p:cNvSpPr>
            <a:spLocks noGrp="1"/>
          </p:cNvSpPr>
          <p:nvPr>
            <p:ph type="dt" sz="half" idx="10"/>
          </p:nvPr>
        </p:nvSpPr>
        <p:spPr/>
        <p:txBody>
          <a:bodyPr/>
          <a:lstStyle/>
          <a:p>
            <a:fld id="{FED001B0-4A13-40AE-82CF-CB5E827D0919}" type="datetime1">
              <a:rPr lang="nl-NL" smtClean="0"/>
              <a:t>21-1-2026</a:t>
            </a:fld>
            <a:endParaRPr lang="nl-NL"/>
          </a:p>
        </p:txBody>
      </p:sp>
      <p:sp>
        <p:nvSpPr>
          <p:cNvPr id="3" name="Tijdelijke aanduiding voor voettekst 2">
            <a:extLst>
              <a:ext uri="{FF2B5EF4-FFF2-40B4-BE49-F238E27FC236}">
                <a16:creationId xmlns:a16="http://schemas.microsoft.com/office/drawing/2014/main" id="{98FF65D2-C1AD-DF8C-0CBE-7DA37E20D48E}"/>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2597F6DE-C370-75B0-7B8F-A66CE3FD9B09}"/>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1730234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D7CC92-86E5-D00B-56A4-1D76390D238F}"/>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95C9A459-3C23-7C88-2FA8-4EFB63149E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72AD3A46-26E1-7D08-8113-7908DE1E7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2CF810E3-E462-D607-A485-939734DE5EF9}"/>
              </a:ext>
            </a:extLst>
          </p:cNvPr>
          <p:cNvSpPr>
            <a:spLocks noGrp="1"/>
          </p:cNvSpPr>
          <p:nvPr>
            <p:ph type="dt" sz="half" idx="10"/>
          </p:nvPr>
        </p:nvSpPr>
        <p:spPr/>
        <p:txBody>
          <a:bodyPr/>
          <a:lstStyle/>
          <a:p>
            <a:fld id="{FB8C1D47-74BB-42AA-82A3-9DAD3118603E}" type="datetime1">
              <a:rPr lang="nl-NL" smtClean="0"/>
              <a:t>21-1-2026</a:t>
            </a:fld>
            <a:endParaRPr lang="nl-NL"/>
          </a:p>
        </p:txBody>
      </p:sp>
      <p:sp>
        <p:nvSpPr>
          <p:cNvPr id="6" name="Tijdelijke aanduiding voor voettekst 5">
            <a:extLst>
              <a:ext uri="{FF2B5EF4-FFF2-40B4-BE49-F238E27FC236}">
                <a16:creationId xmlns:a16="http://schemas.microsoft.com/office/drawing/2014/main" id="{85EB58FA-E1D4-C184-444F-3AD0F52CD3A6}"/>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A57ED78-3024-7C04-BFA2-1AE820E573C2}"/>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1514795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45F2F5-614C-F3DC-2372-2D4E47D9401B}"/>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2D61AB8A-1C0C-F970-9A23-2F41D2AB0D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2881DF9A-40F4-8374-AF49-8A6C14DB13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99A6ADEE-96CA-3C3B-821A-D6E47C4B4FE0}"/>
              </a:ext>
            </a:extLst>
          </p:cNvPr>
          <p:cNvSpPr>
            <a:spLocks noGrp="1"/>
          </p:cNvSpPr>
          <p:nvPr>
            <p:ph type="dt" sz="half" idx="10"/>
          </p:nvPr>
        </p:nvSpPr>
        <p:spPr/>
        <p:txBody>
          <a:bodyPr/>
          <a:lstStyle/>
          <a:p>
            <a:fld id="{B8BAF041-E23F-4DC9-9CBF-37AC0496A694}" type="datetime1">
              <a:rPr lang="nl-NL" smtClean="0"/>
              <a:t>21-1-2026</a:t>
            </a:fld>
            <a:endParaRPr lang="nl-NL"/>
          </a:p>
        </p:txBody>
      </p:sp>
      <p:sp>
        <p:nvSpPr>
          <p:cNvPr id="6" name="Tijdelijke aanduiding voor voettekst 5">
            <a:extLst>
              <a:ext uri="{FF2B5EF4-FFF2-40B4-BE49-F238E27FC236}">
                <a16:creationId xmlns:a16="http://schemas.microsoft.com/office/drawing/2014/main" id="{75694C41-F819-51A7-8CBA-7FCF40554D63}"/>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ECA4BF2C-28B9-9524-A9D9-76019A58C78A}"/>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3804361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EEC9C-6346-E7E6-AAEE-8F64B7CE31BE}"/>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96122290-039C-976C-F820-E696700CAAE5}"/>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F536CEF2-A0CE-855C-334C-1C9564491880}"/>
              </a:ext>
            </a:extLst>
          </p:cNvPr>
          <p:cNvSpPr>
            <a:spLocks noGrp="1"/>
          </p:cNvSpPr>
          <p:nvPr>
            <p:ph type="dt" sz="half" idx="10"/>
          </p:nvPr>
        </p:nvSpPr>
        <p:spPr/>
        <p:txBody>
          <a:bodyPr/>
          <a:lstStyle/>
          <a:p>
            <a:fld id="{4EAD1B9C-25A9-4A9E-B2D4-0D72239C5DE5}" type="datetime1">
              <a:rPr lang="nl-NL" smtClean="0"/>
              <a:t>21-1-2026</a:t>
            </a:fld>
            <a:endParaRPr lang="nl-NL"/>
          </a:p>
        </p:txBody>
      </p:sp>
      <p:sp>
        <p:nvSpPr>
          <p:cNvPr id="5" name="Tijdelijke aanduiding voor voettekst 4">
            <a:extLst>
              <a:ext uri="{FF2B5EF4-FFF2-40B4-BE49-F238E27FC236}">
                <a16:creationId xmlns:a16="http://schemas.microsoft.com/office/drawing/2014/main" id="{7B7C6C81-96BD-6A53-94D9-DE0353A3A946}"/>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2C23D7B-858B-55DD-4067-4D7ED7FC0556}"/>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2224314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510B30A0-3888-AA8A-BCA6-4C3889350C18}"/>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33AD24BE-3E3A-FB3A-D152-ABC6F9F909B8}"/>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A5FB5B0B-E785-CF55-CAB8-BFCE4CCAB027}"/>
              </a:ext>
            </a:extLst>
          </p:cNvPr>
          <p:cNvSpPr>
            <a:spLocks noGrp="1"/>
          </p:cNvSpPr>
          <p:nvPr>
            <p:ph type="dt" sz="half" idx="10"/>
          </p:nvPr>
        </p:nvSpPr>
        <p:spPr/>
        <p:txBody>
          <a:bodyPr/>
          <a:lstStyle/>
          <a:p>
            <a:fld id="{83C71B16-AA41-4D1A-9C27-31DAF71820A3}" type="datetime1">
              <a:rPr lang="nl-NL" smtClean="0"/>
              <a:t>21-1-2026</a:t>
            </a:fld>
            <a:endParaRPr lang="nl-NL"/>
          </a:p>
        </p:txBody>
      </p:sp>
      <p:sp>
        <p:nvSpPr>
          <p:cNvPr id="5" name="Tijdelijke aanduiding voor voettekst 4">
            <a:extLst>
              <a:ext uri="{FF2B5EF4-FFF2-40B4-BE49-F238E27FC236}">
                <a16:creationId xmlns:a16="http://schemas.microsoft.com/office/drawing/2014/main" id="{0574183B-2120-8BD1-6830-B38406500434}"/>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77E6954-F4AC-D853-0952-70FC16A4A207}"/>
              </a:ext>
            </a:extLst>
          </p:cNvPr>
          <p:cNvSpPr>
            <a:spLocks noGrp="1"/>
          </p:cNvSpPr>
          <p:nvPr>
            <p:ph type="sldNum" sz="quarter" idx="12"/>
          </p:nvPr>
        </p:nvSpPr>
        <p:spPr/>
        <p:txBody>
          <a:bodyPr/>
          <a:lstStyle/>
          <a:p>
            <a:fld id="{848E61ED-401C-4DAC-AB76-B5DE53166C55}" type="slidenum">
              <a:rPr lang="nl-NL" smtClean="0"/>
              <a:t>‹#›</a:t>
            </a:fld>
            <a:endParaRPr lang="nl-NL"/>
          </a:p>
        </p:txBody>
      </p:sp>
    </p:spTree>
    <p:extLst>
      <p:ext uri="{BB962C8B-B14F-4D97-AF65-F5344CB8AC3E}">
        <p14:creationId xmlns:p14="http://schemas.microsoft.com/office/powerpoint/2010/main" val="3176022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7F515B96-6FBD-3BA8-32A9-BEF2F7B177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91E085E3-CF40-FBEB-568C-720E93D0E8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C8CD610C-9B90-2315-BB80-193F9D1487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87BEE4-873D-427F-855A-071AF2B4559B}" type="datetime1">
              <a:rPr lang="nl-NL" smtClean="0"/>
              <a:t>21-1-2026</a:t>
            </a:fld>
            <a:endParaRPr lang="nl-NL"/>
          </a:p>
        </p:txBody>
      </p:sp>
      <p:sp>
        <p:nvSpPr>
          <p:cNvPr id="5" name="Tijdelijke aanduiding voor voettekst 4">
            <a:extLst>
              <a:ext uri="{FF2B5EF4-FFF2-40B4-BE49-F238E27FC236}">
                <a16:creationId xmlns:a16="http://schemas.microsoft.com/office/drawing/2014/main" id="{4886051C-0891-A851-92FF-2CAE57EC8E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71A1BCD8-EAB9-53C9-1558-7287E163C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8E61ED-401C-4DAC-AB76-B5DE53166C55}" type="slidenum">
              <a:rPr lang="nl-NL" smtClean="0"/>
              <a:t>‹#›</a:t>
            </a:fld>
            <a:endParaRPr lang="nl-NL"/>
          </a:p>
        </p:txBody>
      </p:sp>
    </p:spTree>
    <p:extLst>
      <p:ext uri="{BB962C8B-B14F-4D97-AF65-F5344CB8AC3E}">
        <p14:creationId xmlns:p14="http://schemas.microsoft.com/office/powerpoint/2010/main" val="1903006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6" name="Afbeelding 5" descr="Afbeelding met Elektronisch apparaat, computer, elektronica, gadget&#10;&#10;Door AI gegenereerde inhoud is mogelijk onjuist.">
            <a:extLst>
              <a:ext uri="{FF2B5EF4-FFF2-40B4-BE49-F238E27FC236}">
                <a16:creationId xmlns:a16="http://schemas.microsoft.com/office/drawing/2014/main" id="{1BF2C4A8-7C1A-254F-96BC-BD3F2D95CC17}"/>
              </a:ext>
            </a:extLst>
          </p:cNvPr>
          <p:cNvPicPr>
            <a:picLocks noChangeAspect="1"/>
          </p:cNvPicPr>
          <p:nvPr/>
        </p:nvPicPr>
        <p:blipFill>
          <a:blip r:embed="rId2">
            <a:alphaModFix amt="60000"/>
          </a:blip>
          <a:srcRect b="20495"/>
          <a:stretch>
            <a:fillRect/>
          </a:stretch>
        </p:blipFill>
        <p:spPr>
          <a:xfrm>
            <a:off x="-1" y="10"/>
            <a:ext cx="12192001" cy="6857990"/>
          </a:xfrm>
          <a:prstGeom prst="rect">
            <a:avLst/>
          </a:prstGeom>
        </p:spPr>
      </p:pic>
      <p:sp>
        <p:nvSpPr>
          <p:cNvPr id="2" name="Titel 1">
            <a:extLst>
              <a:ext uri="{FF2B5EF4-FFF2-40B4-BE49-F238E27FC236}">
                <a16:creationId xmlns:a16="http://schemas.microsoft.com/office/drawing/2014/main" id="{AD0D78E6-FE90-1D92-1343-D0ADBD49D15E}"/>
              </a:ext>
            </a:extLst>
          </p:cNvPr>
          <p:cNvSpPr>
            <a:spLocks noGrp="1"/>
          </p:cNvSpPr>
          <p:nvPr>
            <p:ph type="ctrTitle"/>
          </p:nvPr>
        </p:nvSpPr>
        <p:spPr>
          <a:xfrm>
            <a:off x="1196656" y="1340078"/>
            <a:ext cx="9795637" cy="2220775"/>
          </a:xfrm>
        </p:spPr>
        <p:txBody>
          <a:bodyPr>
            <a:normAutofit/>
          </a:bodyPr>
          <a:lstStyle/>
          <a:p>
            <a:r>
              <a:rPr lang="nl-NL" sz="4800">
                <a:solidFill>
                  <a:srgbClr val="FFFFFF"/>
                </a:solidFill>
              </a:rPr>
              <a:t>(Bacteriële samenstelling van patiënten met parodontitis bepalen - 16s </a:t>
            </a:r>
            <a:r>
              <a:rPr lang="nl-NL" sz="4800" err="1">
                <a:solidFill>
                  <a:srgbClr val="FFFFFF"/>
                </a:solidFill>
              </a:rPr>
              <a:t>sequencing</a:t>
            </a:r>
            <a:r>
              <a:rPr lang="nl-NL" sz="4800">
                <a:solidFill>
                  <a:srgbClr val="FFFFFF"/>
                </a:solidFill>
              </a:rPr>
              <a:t>)</a:t>
            </a:r>
          </a:p>
        </p:txBody>
      </p:sp>
      <p:sp>
        <p:nvSpPr>
          <p:cNvPr id="3" name="Ondertitel 2">
            <a:extLst>
              <a:ext uri="{FF2B5EF4-FFF2-40B4-BE49-F238E27FC236}">
                <a16:creationId xmlns:a16="http://schemas.microsoft.com/office/drawing/2014/main" id="{5E6F3DD9-2535-1F96-F0FF-49B4182AEE39}"/>
              </a:ext>
            </a:extLst>
          </p:cNvPr>
          <p:cNvSpPr>
            <a:spLocks noGrp="1"/>
          </p:cNvSpPr>
          <p:nvPr>
            <p:ph type="subTitle" idx="1"/>
          </p:nvPr>
        </p:nvSpPr>
        <p:spPr>
          <a:xfrm>
            <a:off x="1198181" y="3678594"/>
            <a:ext cx="9795637" cy="2057043"/>
          </a:xfrm>
        </p:spPr>
        <p:txBody>
          <a:bodyPr>
            <a:normAutofit/>
          </a:bodyPr>
          <a:lstStyle/>
          <a:p>
            <a:r>
              <a:rPr lang="nl-NL" err="1">
                <a:solidFill>
                  <a:srgbClr val="FFFFFF"/>
                </a:solidFill>
              </a:rPr>
              <a:t>Projecticum</a:t>
            </a:r>
            <a:r>
              <a:rPr lang="nl-NL">
                <a:solidFill>
                  <a:srgbClr val="FFFFFF"/>
                </a:solidFill>
              </a:rPr>
              <a:t> </a:t>
            </a:r>
            <a:r>
              <a:rPr lang="nl-NL" err="1">
                <a:solidFill>
                  <a:srgbClr val="FFFFFF"/>
                </a:solidFill>
              </a:rPr>
              <a:t>Biomolecular</a:t>
            </a:r>
            <a:r>
              <a:rPr lang="nl-NL">
                <a:solidFill>
                  <a:srgbClr val="FFFFFF"/>
                </a:solidFill>
              </a:rPr>
              <a:t> Research</a:t>
            </a:r>
          </a:p>
          <a:p>
            <a:r>
              <a:rPr lang="nl-NL">
                <a:solidFill>
                  <a:srgbClr val="FFFFFF"/>
                </a:solidFill>
              </a:rPr>
              <a:t>Steven Benda &amp; Rachel van der Kreeft</a:t>
            </a:r>
          </a:p>
        </p:txBody>
      </p:sp>
    </p:spTree>
    <p:extLst>
      <p:ext uri="{BB962C8B-B14F-4D97-AF65-F5344CB8AC3E}">
        <p14:creationId xmlns:p14="http://schemas.microsoft.com/office/powerpoint/2010/main" val="3532637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54F93EB-5ADB-EE5C-496D-69D7A367C903}"/>
              </a:ext>
            </a:extLst>
          </p:cNvPr>
          <p:cNvSpPr>
            <a:spLocks noGrp="1"/>
          </p:cNvSpPr>
          <p:nvPr>
            <p:ph type="title"/>
          </p:nvPr>
        </p:nvSpPr>
        <p:spPr>
          <a:xfrm>
            <a:off x="826396" y="586855"/>
            <a:ext cx="4230100" cy="3387497"/>
          </a:xfrm>
        </p:spPr>
        <p:txBody>
          <a:bodyPr anchor="b">
            <a:normAutofit/>
          </a:bodyPr>
          <a:lstStyle/>
          <a:p>
            <a:pPr algn="r"/>
            <a:r>
              <a:rPr lang="nl-NL" sz="4000" b="1">
                <a:solidFill>
                  <a:srgbClr val="FFFFFF"/>
                </a:solidFill>
                <a:latin typeface="Arial" panose="020B0604020202020204" pitchFamily="34" charset="0"/>
                <a:cs typeface="Arial" panose="020B0604020202020204" pitchFamily="34" charset="0"/>
              </a:rPr>
              <a:t>Inhoudsopgave</a:t>
            </a:r>
          </a:p>
        </p:txBody>
      </p:sp>
      <p:sp>
        <p:nvSpPr>
          <p:cNvPr id="3" name="Tijdelijke aanduiding voor inhoud 2">
            <a:extLst>
              <a:ext uri="{FF2B5EF4-FFF2-40B4-BE49-F238E27FC236}">
                <a16:creationId xmlns:a16="http://schemas.microsoft.com/office/drawing/2014/main" id="{DC27D0A9-F496-199E-DFE9-9274DA0C2F5F}"/>
              </a:ext>
            </a:extLst>
          </p:cNvPr>
          <p:cNvSpPr>
            <a:spLocks noGrp="1"/>
          </p:cNvSpPr>
          <p:nvPr>
            <p:ph idx="1"/>
          </p:nvPr>
        </p:nvSpPr>
        <p:spPr>
          <a:xfrm>
            <a:off x="6503158" y="649480"/>
            <a:ext cx="4862447" cy="5546047"/>
          </a:xfrm>
        </p:spPr>
        <p:txBody>
          <a:bodyPr anchor="ctr">
            <a:normAutofit/>
          </a:bodyPr>
          <a:lstStyle/>
          <a:p>
            <a:r>
              <a:rPr lang="nl-NL" sz="2000"/>
              <a:t>Inleiding</a:t>
            </a:r>
          </a:p>
          <a:p>
            <a:r>
              <a:rPr lang="nl-NL" sz="2000"/>
              <a:t>Materiaal &amp; methode 16s </a:t>
            </a:r>
            <a:r>
              <a:rPr lang="nl-NL" sz="2000" err="1"/>
              <a:t>sequencing</a:t>
            </a:r>
            <a:endParaRPr lang="nl-NL" sz="2000"/>
          </a:p>
          <a:p>
            <a:r>
              <a:rPr lang="nl-NL" sz="2000"/>
              <a:t>Materiaal &amp; methode dataverwerking</a:t>
            </a:r>
          </a:p>
          <a:p>
            <a:r>
              <a:rPr lang="nl-NL" sz="2000"/>
              <a:t>Resultaten (pilot experiment)</a:t>
            </a:r>
          </a:p>
          <a:p>
            <a:r>
              <a:rPr lang="nl-NL" sz="2000"/>
              <a:t>Resultaten (optimaliseren DNA isolatie)</a:t>
            </a:r>
          </a:p>
          <a:p>
            <a:r>
              <a:rPr lang="nl-NL" sz="2000"/>
              <a:t>Resultaten (parodontitis samples)</a:t>
            </a:r>
          </a:p>
          <a:p>
            <a:r>
              <a:rPr lang="nl-NL" sz="2000"/>
              <a:t>Conclusie 16s </a:t>
            </a:r>
            <a:r>
              <a:rPr lang="nl-NL" sz="2000" err="1"/>
              <a:t>sequencing</a:t>
            </a:r>
            <a:endParaRPr lang="nl-NL" sz="2000"/>
          </a:p>
          <a:p>
            <a:r>
              <a:rPr lang="nl-NL" sz="2000"/>
              <a:t>Discussie 16s </a:t>
            </a:r>
            <a:r>
              <a:rPr lang="nl-NL" sz="2000" err="1"/>
              <a:t>sequencing</a:t>
            </a:r>
            <a:endParaRPr lang="nl-NL" sz="2000"/>
          </a:p>
        </p:txBody>
      </p:sp>
      <p:sp>
        <p:nvSpPr>
          <p:cNvPr id="4" name="Tijdelijke aanduiding voor dianummer 3">
            <a:extLst>
              <a:ext uri="{FF2B5EF4-FFF2-40B4-BE49-F238E27FC236}">
                <a16:creationId xmlns:a16="http://schemas.microsoft.com/office/drawing/2014/main" id="{630850F8-7FD0-8FF7-74A5-6E09D894EB6C}"/>
              </a:ext>
            </a:extLst>
          </p:cNvPr>
          <p:cNvSpPr>
            <a:spLocks noGrp="1"/>
          </p:cNvSpPr>
          <p:nvPr>
            <p:ph type="sldNum" sz="quarter" idx="12"/>
          </p:nvPr>
        </p:nvSpPr>
        <p:spPr/>
        <p:txBody>
          <a:bodyPr/>
          <a:lstStyle/>
          <a:p>
            <a:fld id="{848E61ED-401C-4DAC-AB76-B5DE53166C55}" type="slidenum">
              <a:rPr lang="nl-NL" smtClean="0"/>
              <a:t>2</a:t>
            </a:fld>
            <a:endParaRPr lang="nl-NL"/>
          </a:p>
        </p:txBody>
      </p:sp>
    </p:spTree>
    <p:extLst>
      <p:ext uri="{BB962C8B-B14F-4D97-AF65-F5344CB8AC3E}">
        <p14:creationId xmlns:p14="http://schemas.microsoft.com/office/powerpoint/2010/main" val="2765933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104A9A-4CCC-9B70-1F61-884EC486606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1493FC-0619-BC6A-A875-A04D86FE6A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9825A63-0C0D-FB4D-FC8A-EA07BC435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414BAC1-E735-488B-E4C1-89629A26C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B7551BD-D0E6-86C3-69BD-D6621CD27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45C521B-CFD2-362E-5715-195947CA8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DB91D0A-EF09-6FCB-3256-4BAF16F28224}"/>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panose="020B0604020202020204" pitchFamily="34" charset="0"/>
                <a:cs typeface="Arial" panose="020B0604020202020204" pitchFamily="34" charset="0"/>
              </a:rPr>
              <a:t>Inleiding</a:t>
            </a:r>
          </a:p>
        </p:txBody>
      </p:sp>
      <p:sp>
        <p:nvSpPr>
          <p:cNvPr id="3" name="Tijdelijke aanduiding voor inhoud 2">
            <a:extLst>
              <a:ext uri="{FF2B5EF4-FFF2-40B4-BE49-F238E27FC236}">
                <a16:creationId xmlns:a16="http://schemas.microsoft.com/office/drawing/2014/main" id="{4D95A4C4-774B-88B9-D8F3-54DEF0D12F6A}"/>
              </a:ext>
            </a:extLst>
          </p:cNvPr>
          <p:cNvSpPr>
            <a:spLocks noGrp="1"/>
          </p:cNvSpPr>
          <p:nvPr>
            <p:ph idx="1"/>
          </p:nvPr>
        </p:nvSpPr>
        <p:spPr>
          <a:xfrm>
            <a:off x="6579704" y="1887968"/>
            <a:ext cx="4399069" cy="1909430"/>
          </a:xfrm>
        </p:spPr>
        <p:txBody>
          <a:bodyPr anchor="t">
            <a:normAutofit/>
          </a:bodyPr>
          <a:lstStyle/>
          <a:p>
            <a:pPr marL="285750" indent="-285750">
              <a:buFont typeface="Arial"/>
              <a:buChar char="•"/>
            </a:pPr>
            <a:r>
              <a:rPr lang="nl-NL" sz="2000" noProof="0"/>
              <a:t>Parodontitis</a:t>
            </a:r>
          </a:p>
          <a:p>
            <a:pPr marL="285750" indent="-285750">
              <a:buFont typeface="Arial"/>
              <a:buChar char="•"/>
            </a:pPr>
            <a:r>
              <a:rPr lang="nl-NL" sz="2000"/>
              <a:t>Prevalentie</a:t>
            </a:r>
          </a:p>
          <a:p>
            <a:pPr marL="285750" indent="-285750">
              <a:buFont typeface="Arial"/>
              <a:buChar char="•"/>
            </a:pPr>
            <a:r>
              <a:rPr lang="nl-NL" sz="2000" noProof="0"/>
              <a:t>Belangrijke bacteriën</a:t>
            </a:r>
          </a:p>
          <a:p>
            <a:pPr marL="285750" indent="-285750">
              <a:buFont typeface="Arial"/>
              <a:buChar char="•"/>
            </a:pPr>
            <a:r>
              <a:rPr lang="nl-NL" sz="2000" noProof="0"/>
              <a:t>Onderzoek</a:t>
            </a:r>
          </a:p>
        </p:txBody>
      </p:sp>
      <p:sp>
        <p:nvSpPr>
          <p:cNvPr id="6" name="Tekstvak 5">
            <a:extLst>
              <a:ext uri="{FF2B5EF4-FFF2-40B4-BE49-F238E27FC236}">
                <a16:creationId xmlns:a16="http://schemas.microsoft.com/office/drawing/2014/main" id="{007053D8-1E8C-0BFC-691D-65280BCAAD54}"/>
              </a:ext>
            </a:extLst>
          </p:cNvPr>
          <p:cNvSpPr txBox="1"/>
          <p:nvPr/>
        </p:nvSpPr>
        <p:spPr>
          <a:xfrm>
            <a:off x="4399371" y="798877"/>
            <a:ext cx="3668486" cy="523220"/>
          </a:xfrm>
          <a:prstGeom prst="rect">
            <a:avLst/>
          </a:prstGeom>
          <a:noFill/>
        </p:spPr>
        <p:txBody>
          <a:bodyPr wrap="square" rtlCol="0">
            <a:spAutoFit/>
          </a:bodyPr>
          <a:lstStyle/>
          <a:p>
            <a:pPr algn="ctr"/>
            <a:r>
              <a:rPr lang="nl-NL" sz="2800">
                <a:solidFill>
                  <a:schemeClr val="bg1"/>
                </a:solidFill>
                <a:latin typeface="Arial" panose="020B0604020202020204" pitchFamily="34" charset="0"/>
                <a:cs typeface="Arial" panose="020B0604020202020204" pitchFamily="34" charset="0"/>
              </a:rPr>
              <a:t>Theoretisch kader</a:t>
            </a:r>
          </a:p>
        </p:txBody>
      </p:sp>
      <p:sp>
        <p:nvSpPr>
          <p:cNvPr id="7" name="Tijdelijke aanduiding voor dianummer 6">
            <a:extLst>
              <a:ext uri="{FF2B5EF4-FFF2-40B4-BE49-F238E27FC236}">
                <a16:creationId xmlns:a16="http://schemas.microsoft.com/office/drawing/2014/main" id="{07B41552-95E5-8B1B-D9C1-76BEC4B41B33}"/>
              </a:ext>
            </a:extLst>
          </p:cNvPr>
          <p:cNvSpPr>
            <a:spLocks noGrp="1"/>
          </p:cNvSpPr>
          <p:nvPr>
            <p:ph type="sldNum" sz="quarter" idx="12"/>
          </p:nvPr>
        </p:nvSpPr>
        <p:spPr/>
        <p:txBody>
          <a:bodyPr/>
          <a:lstStyle/>
          <a:p>
            <a:fld id="{848E61ED-401C-4DAC-AB76-B5DE53166C55}" type="slidenum">
              <a:rPr lang="nl-NL" smtClean="0"/>
              <a:t>3</a:t>
            </a:fld>
            <a:endParaRPr lang="nl-NL"/>
          </a:p>
        </p:txBody>
      </p:sp>
      <p:pic>
        <p:nvPicPr>
          <p:cNvPr id="5" name="Afbeelding 4">
            <a:extLst>
              <a:ext uri="{FF2B5EF4-FFF2-40B4-BE49-F238E27FC236}">
                <a16:creationId xmlns:a16="http://schemas.microsoft.com/office/drawing/2014/main" id="{CE3781D3-C416-896C-A206-A2B5AD8EB8A2}"/>
              </a:ext>
            </a:extLst>
          </p:cNvPr>
          <p:cNvPicPr>
            <a:picLocks noChangeAspect="1"/>
          </p:cNvPicPr>
          <p:nvPr/>
        </p:nvPicPr>
        <p:blipFill>
          <a:blip r:embed="rId3"/>
          <a:stretch>
            <a:fillRect/>
          </a:stretch>
        </p:blipFill>
        <p:spPr>
          <a:xfrm>
            <a:off x="177125" y="1779433"/>
            <a:ext cx="5980694" cy="4621169"/>
          </a:xfrm>
          <a:prstGeom prst="rect">
            <a:avLst/>
          </a:prstGeom>
        </p:spPr>
      </p:pic>
      <p:pic>
        <p:nvPicPr>
          <p:cNvPr id="10" name="Afbeelding 9">
            <a:extLst>
              <a:ext uri="{FF2B5EF4-FFF2-40B4-BE49-F238E27FC236}">
                <a16:creationId xmlns:a16="http://schemas.microsoft.com/office/drawing/2014/main" id="{2AAB7D0F-3530-C529-9724-E8BE8C46FA05}"/>
              </a:ext>
            </a:extLst>
          </p:cNvPr>
          <p:cNvPicPr>
            <a:picLocks noChangeAspect="1"/>
          </p:cNvPicPr>
          <p:nvPr/>
        </p:nvPicPr>
        <p:blipFill>
          <a:blip r:embed="rId4"/>
          <a:stretch>
            <a:fillRect/>
          </a:stretch>
        </p:blipFill>
        <p:spPr>
          <a:xfrm>
            <a:off x="6565989" y="3941473"/>
            <a:ext cx="5217841" cy="2527392"/>
          </a:xfrm>
          <a:prstGeom prst="rect">
            <a:avLst/>
          </a:prstGeom>
        </p:spPr>
      </p:pic>
      <p:sp>
        <p:nvSpPr>
          <p:cNvPr id="14" name="Tekstvak 13">
            <a:extLst>
              <a:ext uri="{FF2B5EF4-FFF2-40B4-BE49-F238E27FC236}">
                <a16:creationId xmlns:a16="http://schemas.microsoft.com/office/drawing/2014/main" id="{47879BCB-0898-872F-922F-64FCAE1BBE9D}"/>
              </a:ext>
            </a:extLst>
          </p:cNvPr>
          <p:cNvSpPr txBox="1"/>
          <p:nvPr/>
        </p:nvSpPr>
        <p:spPr>
          <a:xfrm>
            <a:off x="6565989" y="5812902"/>
            <a:ext cx="71273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Figuur 2:  Progressie van gezond tandvlees tot ernstige parodontitis (</a:t>
            </a:r>
            <a:r>
              <a:rPr kumimoji="0" lang="nl-NL" sz="10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Dentalpark</a:t>
            </a:r>
            <a:r>
              <a:rPr kumimoji="0" lang="nl-NL"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2024).</a:t>
            </a:r>
          </a:p>
        </p:txBody>
      </p:sp>
      <p:sp>
        <p:nvSpPr>
          <p:cNvPr id="16" name="Tekstvak 15">
            <a:extLst>
              <a:ext uri="{FF2B5EF4-FFF2-40B4-BE49-F238E27FC236}">
                <a16:creationId xmlns:a16="http://schemas.microsoft.com/office/drawing/2014/main" id="{6447D232-787B-BE5D-A0C0-47C8E826A520}"/>
              </a:ext>
            </a:extLst>
          </p:cNvPr>
          <p:cNvSpPr txBox="1"/>
          <p:nvPr/>
        </p:nvSpPr>
        <p:spPr>
          <a:xfrm>
            <a:off x="120516" y="6435621"/>
            <a:ext cx="609391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Figuur 1: De opbouw van bacteriën in het </a:t>
            </a:r>
            <a:r>
              <a:rPr kumimoji="0" lang="nl-NL" sz="10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biofilm</a:t>
            </a:r>
            <a:r>
              <a:rPr kumimoji="0" lang="nl-NL"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bij mensen met parodontitis (</a:t>
            </a:r>
            <a:r>
              <a:rPr kumimoji="0" lang="nl-NL" sz="10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Dental</a:t>
            </a:r>
            <a:r>
              <a:rPr kumimoji="0" lang="nl-NL"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plaque </a:t>
            </a:r>
            <a:r>
              <a:rPr kumimoji="0" lang="nl-NL" sz="10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and</a:t>
            </a:r>
            <a:r>
              <a:rPr kumimoji="0" lang="nl-NL"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plaque as </a:t>
            </a:r>
            <a:r>
              <a:rPr kumimoji="0" lang="nl-NL" sz="10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biofilm</a:t>
            </a:r>
            <a:r>
              <a:rPr kumimoji="0" lang="nl-NL"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nl-NL" sz="10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z.d.</a:t>
            </a:r>
            <a:r>
              <a:rPr kumimoji="0" lang="nl-NL"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p:txBody>
      </p:sp>
    </p:spTree>
    <p:extLst>
      <p:ext uri="{BB962C8B-B14F-4D97-AF65-F5344CB8AC3E}">
        <p14:creationId xmlns:p14="http://schemas.microsoft.com/office/powerpoint/2010/main" val="2205323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094D9F-54BC-A839-7809-289F73ACC66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30EC570-675D-E53C-8C36-ACB98714F8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20A7767-FC24-256C-6DB1-40DBCB9FA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737FB1E-0243-B044-D168-1B5AB4048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843DA7F-6482-9D61-8A53-B42DC52BF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EDFAEAE-A722-D54B-9FF6-82D170B2D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9D431AB-045E-F1CA-4C59-1B16EE3D2C13}"/>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panose="020B0604020202020204" pitchFamily="34" charset="0"/>
                <a:cs typeface="Arial" panose="020B0604020202020204" pitchFamily="34" charset="0"/>
              </a:rPr>
              <a:t>Inleiding</a:t>
            </a:r>
          </a:p>
        </p:txBody>
      </p:sp>
      <p:sp>
        <p:nvSpPr>
          <p:cNvPr id="3" name="Tijdelijke aanduiding voor inhoud 2">
            <a:extLst>
              <a:ext uri="{FF2B5EF4-FFF2-40B4-BE49-F238E27FC236}">
                <a16:creationId xmlns:a16="http://schemas.microsoft.com/office/drawing/2014/main" id="{BA7C3E18-905A-823D-A97B-5FBE6F59DB96}"/>
              </a:ext>
            </a:extLst>
          </p:cNvPr>
          <p:cNvSpPr>
            <a:spLocks noGrp="1"/>
          </p:cNvSpPr>
          <p:nvPr>
            <p:ph idx="1"/>
          </p:nvPr>
        </p:nvSpPr>
        <p:spPr>
          <a:xfrm>
            <a:off x="1371599" y="1885279"/>
            <a:ext cx="9724031" cy="4334546"/>
          </a:xfrm>
        </p:spPr>
        <p:txBody>
          <a:bodyPr anchor="t">
            <a:normAutofit/>
          </a:bodyPr>
          <a:lstStyle/>
          <a:p>
            <a:pPr marL="0" indent="0">
              <a:buNone/>
            </a:pPr>
            <a:r>
              <a:rPr lang="nl-NL" sz="2000" b="1">
                <a:latin typeface="Arial" panose="020B0604020202020204" pitchFamily="34" charset="0"/>
                <a:cs typeface="Arial" panose="020B0604020202020204" pitchFamily="34" charset="0"/>
              </a:rPr>
              <a:t>Hoofdvraag: </a:t>
            </a:r>
            <a:r>
              <a:rPr lang="nl-NL" sz="2000">
                <a:latin typeface="Arial" panose="020B0604020202020204" pitchFamily="34" charset="0"/>
                <a:cs typeface="Arial" panose="020B0604020202020204" pitchFamily="34" charset="0"/>
              </a:rPr>
              <a:t>Kan er een verschil in de bacteriële samenstelling tussen mensen met en zonder parodontitis geïdentificeerd worden met behulp van </a:t>
            </a:r>
            <a:r>
              <a:rPr lang="nl-NL" sz="2000" err="1">
                <a:latin typeface="Arial" panose="020B0604020202020204" pitchFamily="34" charset="0"/>
                <a:cs typeface="Arial" panose="020B0604020202020204" pitchFamily="34" charset="0"/>
              </a:rPr>
              <a:t>nanopore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sequencing</a:t>
            </a:r>
            <a:r>
              <a:rPr lang="nl-NL" sz="2000">
                <a:latin typeface="Arial" panose="020B0604020202020204" pitchFamily="34" charset="0"/>
                <a:cs typeface="Arial" panose="020B0604020202020204" pitchFamily="34" charset="0"/>
              </a:rPr>
              <a:t>?</a:t>
            </a:r>
          </a:p>
          <a:p>
            <a:pPr marL="0" indent="0">
              <a:buNone/>
            </a:pPr>
            <a:endParaRPr lang="nl-NL" sz="2000">
              <a:latin typeface="Arial" panose="020B0604020202020204" pitchFamily="34" charset="0"/>
              <a:cs typeface="Arial" panose="020B0604020202020204" pitchFamily="34" charset="0"/>
            </a:endParaRPr>
          </a:p>
        </p:txBody>
      </p:sp>
      <p:sp>
        <p:nvSpPr>
          <p:cNvPr id="6" name="Tekstvak 5">
            <a:extLst>
              <a:ext uri="{FF2B5EF4-FFF2-40B4-BE49-F238E27FC236}">
                <a16:creationId xmlns:a16="http://schemas.microsoft.com/office/drawing/2014/main" id="{3D03CAB7-7879-BDC8-A78E-B23D5068E011}"/>
              </a:ext>
            </a:extLst>
          </p:cNvPr>
          <p:cNvSpPr txBox="1"/>
          <p:nvPr/>
        </p:nvSpPr>
        <p:spPr>
          <a:xfrm>
            <a:off x="4164974" y="812603"/>
            <a:ext cx="4309200" cy="523220"/>
          </a:xfrm>
          <a:prstGeom prst="rect">
            <a:avLst/>
          </a:prstGeom>
          <a:noFill/>
        </p:spPr>
        <p:txBody>
          <a:bodyPr wrap="square" rtlCol="0">
            <a:spAutoFit/>
          </a:bodyPr>
          <a:lstStyle/>
          <a:p>
            <a:pPr algn="ctr"/>
            <a:r>
              <a:rPr lang="nl-NL" sz="2800">
                <a:solidFill>
                  <a:schemeClr val="bg1"/>
                </a:solidFill>
                <a:latin typeface="Arial" panose="020B0604020202020204" pitchFamily="34" charset="0"/>
                <a:cs typeface="Arial" panose="020B0604020202020204" pitchFamily="34" charset="0"/>
              </a:rPr>
              <a:t>Deelvragen en hypothese</a:t>
            </a:r>
          </a:p>
        </p:txBody>
      </p:sp>
      <p:sp>
        <p:nvSpPr>
          <p:cNvPr id="4" name="Tijdelijke aanduiding voor dianummer 3">
            <a:extLst>
              <a:ext uri="{FF2B5EF4-FFF2-40B4-BE49-F238E27FC236}">
                <a16:creationId xmlns:a16="http://schemas.microsoft.com/office/drawing/2014/main" id="{A1C61E9F-F507-791B-BAEB-14C557FA313A}"/>
              </a:ext>
            </a:extLst>
          </p:cNvPr>
          <p:cNvSpPr>
            <a:spLocks noGrp="1"/>
          </p:cNvSpPr>
          <p:nvPr>
            <p:ph type="sldNum" sz="quarter" idx="12"/>
          </p:nvPr>
        </p:nvSpPr>
        <p:spPr/>
        <p:txBody>
          <a:bodyPr/>
          <a:lstStyle/>
          <a:p>
            <a:fld id="{848E61ED-401C-4DAC-AB76-B5DE53166C55}" type="slidenum">
              <a:rPr lang="nl-NL" smtClean="0"/>
              <a:t>4</a:t>
            </a:fld>
            <a:endParaRPr lang="nl-NL"/>
          </a:p>
        </p:txBody>
      </p:sp>
    </p:spTree>
    <p:extLst>
      <p:ext uri="{BB962C8B-B14F-4D97-AF65-F5344CB8AC3E}">
        <p14:creationId xmlns:p14="http://schemas.microsoft.com/office/powerpoint/2010/main" val="3970715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692A93-1EF7-EAD9-CA00-9BE44347050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ABAE07-D876-98E1-8679-44C4AE96AC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5E649F-789F-5426-71BF-73F8F604E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BADA213-7F6A-A9AE-E542-0C9AD5986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E333EC-B1BB-D2A6-D3F7-5448639BF1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6869159-DF4C-7C9F-BCFC-7A33B9109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1EB43606-6B0B-397A-366A-E64B53B3A892}"/>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panose="020B0604020202020204" pitchFamily="34" charset="0"/>
                <a:cs typeface="Arial" panose="020B0604020202020204" pitchFamily="34" charset="0"/>
              </a:rPr>
              <a:t>Inleiding</a:t>
            </a:r>
          </a:p>
        </p:txBody>
      </p:sp>
      <p:sp>
        <p:nvSpPr>
          <p:cNvPr id="3" name="Tijdelijke aanduiding voor inhoud 2">
            <a:extLst>
              <a:ext uri="{FF2B5EF4-FFF2-40B4-BE49-F238E27FC236}">
                <a16:creationId xmlns:a16="http://schemas.microsoft.com/office/drawing/2014/main" id="{87786343-E07E-6049-0EA3-2538AC25441A}"/>
              </a:ext>
            </a:extLst>
          </p:cNvPr>
          <p:cNvSpPr>
            <a:spLocks noGrp="1"/>
          </p:cNvSpPr>
          <p:nvPr>
            <p:ph idx="1"/>
          </p:nvPr>
        </p:nvSpPr>
        <p:spPr>
          <a:xfrm>
            <a:off x="1371599" y="1885279"/>
            <a:ext cx="9724031" cy="1339184"/>
          </a:xfrm>
        </p:spPr>
        <p:txBody>
          <a:bodyPr anchor="t">
            <a:normAutofit/>
          </a:bodyPr>
          <a:lstStyle/>
          <a:p>
            <a:pPr marL="0" indent="0">
              <a:buNone/>
            </a:pPr>
            <a:r>
              <a:rPr lang="nl-NL" sz="2000" b="1">
                <a:latin typeface="Arial" panose="020B0604020202020204" pitchFamily="34" charset="0"/>
                <a:cs typeface="Arial" panose="020B0604020202020204" pitchFamily="34" charset="0"/>
              </a:rPr>
              <a:t>1. </a:t>
            </a:r>
            <a:r>
              <a:rPr lang="nl-NL" sz="2000">
                <a:latin typeface="Arial" panose="020B0604020202020204" pitchFamily="34" charset="0"/>
                <a:cs typeface="Arial" panose="020B0604020202020204" pitchFamily="34" charset="0"/>
              </a:rPr>
              <a:t>Wat is de samenstelling van de bacteriën uit de </a:t>
            </a:r>
            <a:r>
              <a:rPr lang="nl-NL" sz="2000" err="1">
                <a:latin typeface="Arial" panose="020B0604020202020204" pitchFamily="34" charset="0"/>
                <a:cs typeface="Arial" panose="020B0604020202020204" pitchFamily="34" charset="0"/>
              </a:rPr>
              <a:t>ZymoBIOMICS</a:t>
            </a:r>
            <a:r>
              <a:rPr lang="nl-NL" sz="2000">
                <a:latin typeface="Arial" panose="020B0604020202020204" pitchFamily="34" charset="0"/>
                <a:cs typeface="Arial" panose="020B0604020202020204" pitchFamily="34" charset="0"/>
              </a:rPr>
              <a:t> Oral </a:t>
            </a:r>
            <a:r>
              <a:rPr lang="nl-NL" sz="2000" err="1">
                <a:latin typeface="Arial" panose="020B0604020202020204" pitchFamily="34" charset="0"/>
                <a:cs typeface="Arial" panose="020B0604020202020204" pitchFamily="34" charset="0"/>
              </a:rPr>
              <a:t>Microbiome</a:t>
            </a:r>
            <a:r>
              <a:rPr lang="nl-NL" sz="2000">
                <a:latin typeface="Arial" panose="020B0604020202020204" pitchFamily="34" charset="0"/>
                <a:cs typeface="Arial" panose="020B0604020202020204" pitchFamily="34" charset="0"/>
              </a:rPr>
              <a:t> standard en de Oral </a:t>
            </a:r>
            <a:r>
              <a:rPr lang="nl-NL" sz="2000" err="1">
                <a:latin typeface="Arial" panose="020B0604020202020204" pitchFamily="34" charset="0"/>
                <a:cs typeface="Arial" panose="020B0604020202020204" pitchFamily="34" charset="0"/>
              </a:rPr>
              <a:t>Microbiome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Whole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Cell</a:t>
            </a:r>
            <a:r>
              <a:rPr lang="nl-NL" sz="2000">
                <a:latin typeface="Arial" panose="020B0604020202020204" pitchFamily="34" charset="0"/>
                <a:cs typeface="Arial" panose="020B0604020202020204" pitchFamily="34" charset="0"/>
              </a:rPr>
              <a:t> Mix (ATCC)?. Komt dit na sequensen van het 16s </a:t>
            </a:r>
            <a:r>
              <a:rPr lang="nl-NL" sz="2000" err="1">
                <a:latin typeface="Arial" panose="020B0604020202020204" pitchFamily="34" charset="0"/>
                <a:cs typeface="Arial" panose="020B0604020202020204" pitchFamily="34" charset="0"/>
              </a:rPr>
              <a:t>rRNA</a:t>
            </a:r>
            <a:r>
              <a:rPr lang="nl-NL" sz="2000">
                <a:latin typeface="Arial" panose="020B0604020202020204" pitchFamily="34" charset="0"/>
                <a:cs typeface="Arial" panose="020B0604020202020204" pitchFamily="34" charset="0"/>
              </a:rPr>
              <a:t> overeen met wat in de literatuur kan worden gevonden?</a:t>
            </a:r>
          </a:p>
        </p:txBody>
      </p:sp>
      <p:sp>
        <p:nvSpPr>
          <p:cNvPr id="6" name="Tekstvak 5">
            <a:extLst>
              <a:ext uri="{FF2B5EF4-FFF2-40B4-BE49-F238E27FC236}">
                <a16:creationId xmlns:a16="http://schemas.microsoft.com/office/drawing/2014/main" id="{9C79D2D9-9695-D212-4807-22E8937E513C}"/>
              </a:ext>
            </a:extLst>
          </p:cNvPr>
          <p:cNvSpPr txBox="1"/>
          <p:nvPr/>
        </p:nvSpPr>
        <p:spPr>
          <a:xfrm>
            <a:off x="4164974" y="812603"/>
            <a:ext cx="4309200" cy="523220"/>
          </a:xfrm>
          <a:prstGeom prst="rect">
            <a:avLst/>
          </a:prstGeom>
          <a:noFill/>
        </p:spPr>
        <p:txBody>
          <a:bodyPr wrap="square" rtlCol="0">
            <a:spAutoFit/>
          </a:bodyPr>
          <a:lstStyle/>
          <a:p>
            <a:pPr algn="ctr"/>
            <a:r>
              <a:rPr lang="nl-NL" sz="2800">
                <a:solidFill>
                  <a:schemeClr val="bg1"/>
                </a:solidFill>
                <a:latin typeface="Arial" panose="020B0604020202020204" pitchFamily="34" charset="0"/>
                <a:cs typeface="Arial" panose="020B0604020202020204" pitchFamily="34" charset="0"/>
              </a:rPr>
              <a:t>Deelvragen en hypothese</a:t>
            </a:r>
          </a:p>
        </p:txBody>
      </p:sp>
      <p:sp>
        <p:nvSpPr>
          <p:cNvPr id="4" name="Tijdelijke aanduiding voor dianummer 3">
            <a:extLst>
              <a:ext uri="{FF2B5EF4-FFF2-40B4-BE49-F238E27FC236}">
                <a16:creationId xmlns:a16="http://schemas.microsoft.com/office/drawing/2014/main" id="{3D4D8A65-F387-BC64-96D5-DD4EFC165AA0}"/>
              </a:ext>
            </a:extLst>
          </p:cNvPr>
          <p:cNvSpPr>
            <a:spLocks noGrp="1"/>
          </p:cNvSpPr>
          <p:nvPr>
            <p:ph type="sldNum" sz="quarter" idx="12"/>
          </p:nvPr>
        </p:nvSpPr>
        <p:spPr/>
        <p:txBody>
          <a:bodyPr/>
          <a:lstStyle/>
          <a:p>
            <a:fld id="{848E61ED-401C-4DAC-AB76-B5DE53166C55}" type="slidenum">
              <a:rPr lang="nl-NL" smtClean="0"/>
              <a:t>5</a:t>
            </a:fld>
            <a:endParaRPr lang="nl-NL"/>
          </a:p>
        </p:txBody>
      </p:sp>
      <p:pic>
        <p:nvPicPr>
          <p:cNvPr id="7" name="Afbeelding 6">
            <a:extLst>
              <a:ext uri="{FF2B5EF4-FFF2-40B4-BE49-F238E27FC236}">
                <a16:creationId xmlns:a16="http://schemas.microsoft.com/office/drawing/2014/main" id="{C52FE67A-D21A-63A8-4A6F-A73D28898B0A}"/>
              </a:ext>
            </a:extLst>
          </p:cNvPr>
          <p:cNvPicPr>
            <a:picLocks noChangeAspect="1"/>
          </p:cNvPicPr>
          <p:nvPr/>
        </p:nvPicPr>
        <p:blipFill>
          <a:blip r:embed="rId2"/>
          <a:stretch>
            <a:fillRect/>
          </a:stretch>
        </p:blipFill>
        <p:spPr>
          <a:xfrm>
            <a:off x="1371599" y="4314825"/>
            <a:ext cx="4679950" cy="2406650"/>
          </a:xfrm>
          <a:prstGeom prst="rect">
            <a:avLst/>
          </a:prstGeom>
        </p:spPr>
      </p:pic>
      <p:sp>
        <p:nvSpPr>
          <p:cNvPr id="8" name="Tekstvak 7">
            <a:extLst>
              <a:ext uri="{FF2B5EF4-FFF2-40B4-BE49-F238E27FC236}">
                <a16:creationId xmlns:a16="http://schemas.microsoft.com/office/drawing/2014/main" id="{9EFBD13D-2583-66EE-C925-EFA934FAAA0C}"/>
              </a:ext>
            </a:extLst>
          </p:cNvPr>
          <p:cNvSpPr txBox="1"/>
          <p:nvPr/>
        </p:nvSpPr>
        <p:spPr>
          <a:xfrm>
            <a:off x="1275348" y="3416202"/>
            <a:ext cx="10431379" cy="369332"/>
          </a:xfrm>
          <a:prstGeom prst="rect">
            <a:avLst/>
          </a:prstGeom>
          <a:noFill/>
        </p:spPr>
        <p:txBody>
          <a:bodyPr wrap="square" rtlCol="0">
            <a:spAutoFit/>
          </a:bodyPr>
          <a:lstStyle/>
          <a:p>
            <a:r>
              <a:rPr lang="nl-NL" u="sng" err="1"/>
              <a:t>ZymoBIOMICS</a:t>
            </a:r>
            <a:r>
              <a:rPr lang="nl-NL" u="sng"/>
              <a:t> Oral </a:t>
            </a:r>
            <a:r>
              <a:rPr lang="nl-NL" u="sng" err="1"/>
              <a:t>Microbiome</a:t>
            </a:r>
            <a:r>
              <a:rPr lang="nl-NL" u="sng"/>
              <a:t> standard:</a:t>
            </a:r>
            <a:r>
              <a:rPr lang="nl-NL"/>
              <a:t>                  </a:t>
            </a:r>
            <a:r>
              <a:rPr lang="en-US" u="sng"/>
              <a:t>Oral Microbiome Whole Cell Mix (MSA-2004) (ATCC): </a:t>
            </a:r>
            <a:r>
              <a:rPr lang="nl-NL" u="sng"/>
              <a:t>                      </a:t>
            </a:r>
          </a:p>
        </p:txBody>
      </p:sp>
      <p:pic>
        <p:nvPicPr>
          <p:cNvPr id="10" name="Afbeelding 9">
            <a:extLst>
              <a:ext uri="{FF2B5EF4-FFF2-40B4-BE49-F238E27FC236}">
                <a16:creationId xmlns:a16="http://schemas.microsoft.com/office/drawing/2014/main" id="{35E45B8E-8F07-4624-2911-240237D97840}"/>
              </a:ext>
            </a:extLst>
          </p:cNvPr>
          <p:cNvPicPr>
            <a:picLocks noChangeAspect="1"/>
          </p:cNvPicPr>
          <p:nvPr/>
        </p:nvPicPr>
        <p:blipFill>
          <a:blip r:embed="rId3"/>
          <a:stretch>
            <a:fillRect/>
          </a:stretch>
        </p:blipFill>
        <p:spPr>
          <a:xfrm>
            <a:off x="6319574" y="4327992"/>
            <a:ext cx="4679950" cy="1485900"/>
          </a:xfrm>
          <a:prstGeom prst="rect">
            <a:avLst/>
          </a:prstGeom>
        </p:spPr>
      </p:pic>
      <p:sp>
        <p:nvSpPr>
          <p:cNvPr id="12" name="Tekstvak 11">
            <a:extLst>
              <a:ext uri="{FF2B5EF4-FFF2-40B4-BE49-F238E27FC236}">
                <a16:creationId xmlns:a16="http://schemas.microsoft.com/office/drawing/2014/main" id="{647DA7D5-82C4-473A-9BBA-95CF5998CD8E}"/>
              </a:ext>
            </a:extLst>
          </p:cNvPr>
          <p:cNvSpPr txBox="1"/>
          <p:nvPr/>
        </p:nvSpPr>
        <p:spPr>
          <a:xfrm>
            <a:off x="1275348" y="3934759"/>
            <a:ext cx="4776201" cy="400110"/>
          </a:xfrm>
          <a:prstGeom prst="rect">
            <a:avLst/>
          </a:prstGeom>
          <a:noFill/>
        </p:spPr>
        <p:txBody>
          <a:bodyPr wrap="square" rtlCol="0">
            <a:spAutoFit/>
          </a:bodyPr>
          <a:lstStyle/>
          <a:p>
            <a:r>
              <a:rPr lang="nl-NL" sz="1000">
                <a:latin typeface="Arial" panose="020B0604020202020204" pitchFamily="34" charset="0"/>
                <a:cs typeface="Arial" panose="020B0604020202020204" pitchFamily="34" charset="0"/>
              </a:rPr>
              <a:t>Tabel 1: Verwachtte grootte en prevalentie van het 16s </a:t>
            </a:r>
            <a:r>
              <a:rPr lang="nl-NL" sz="1000" err="1">
                <a:latin typeface="Arial" panose="020B0604020202020204" pitchFamily="34" charset="0"/>
                <a:cs typeface="Arial" panose="020B0604020202020204" pitchFamily="34" charset="0"/>
              </a:rPr>
              <a:t>rRNA</a:t>
            </a:r>
            <a:r>
              <a:rPr lang="nl-NL" sz="1000">
                <a:latin typeface="Arial" panose="020B0604020202020204" pitchFamily="34" charset="0"/>
                <a:cs typeface="Arial" panose="020B0604020202020204" pitchFamily="34" charset="0"/>
              </a:rPr>
              <a:t> van de bacteriën in de </a:t>
            </a:r>
            <a:r>
              <a:rPr lang="nl-NL" sz="1000" err="1">
                <a:latin typeface="Arial" panose="020B0604020202020204" pitchFamily="34" charset="0"/>
                <a:cs typeface="Arial" panose="020B0604020202020204" pitchFamily="34" charset="0"/>
              </a:rPr>
              <a:t>ZymoBIOMICS</a:t>
            </a:r>
            <a:r>
              <a:rPr lang="nl-NL" sz="1000">
                <a:latin typeface="Arial" panose="020B0604020202020204" pitchFamily="34" charset="0"/>
                <a:cs typeface="Arial" panose="020B0604020202020204" pitchFamily="34" charset="0"/>
              </a:rPr>
              <a:t> Oral </a:t>
            </a:r>
            <a:r>
              <a:rPr lang="nl-NL" sz="1000" err="1">
                <a:latin typeface="Arial" panose="020B0604020202020204" pitchFamily="34" charset="0"/>
                <a:cs typeface="Arial" panose="020B0604020202020204" pitchFamily="34" charset="0"/>
              </a:rPr>
              <a:t>Microbiome</a:t>
            </a:r>
            <a:r>
              <a:rPr lang="nl-NL" sz="1000">
                <a:latin typeface="Arial" panose="020B0604020202020204" pitchFamily="34" charset="0"/>
                <a:cs typeface="Arial" panose="020B0604020202020204" pitchFamily="34" charset="0"/>
              </a:rPr>
              <a:t> standard.  </a:t>
            </a:r>
          </a:p>
        </p:txBody>
      </p:sp>
      <p:sp>
        <p:nvSpPr>
          <p:cNvPr id="14" name="Tekstvak 13">
            <a:extLst>
              <a:ext uri="{FF2B5EF4-FFF2-40B4-BE49-F238E27FC236}">
                <a16:creationId xmlns:a16="http://schemas.microsoft.com/office/drawing/2014/main" id="{BC9BEFD1-3712-66CE-FEDF-E1AA2CF2D9AE}"/>
              </a:ext>
            </a:extLst>
          </p:cNvPr>
          <p:cNvSpPr txBox="1"/>
          <p:nvPr/>
        </p:nvSpPr>
        <p:spPr>
          <a:xfrm>
            <a:off x="6218657" y="3934759"/>
            <a:ext cx="4765910" cy="400110"/>
          </a:xfrm>
          <a:prstGeom prst="rect">
            <a:avLst/>
          </a:prstGeom>
          <a:noFill/>
        </p:spPr>
        <p:txBody>
          <a:bodyPr wrap="square" rtlCol="0">
            <a:spAutoFit/>
          </a:bodyPr>
          <a:lstStyle/>
          <a:p>
            <a:r>
              <a:rPr lang="nl-NL" sz="1000">
                <a:latin typeface="Arial" panose="020B0604020202020204" pitchFamily="34" charset="0"/>
                <a:cs typeface="Arial" panose="020B0604020202020204" pitchFamily="34" charset="0"/>
              </a:rPr>
              <a:t>Tabel 2: Verwachtte grootte en prevalentie van het 16s </a:t>
            </a:r>
            <a:r>
              <a:rPr lang="nl-NL" sz="1000" err="1">
                <a:latin typeface="Arial" panose="020B0604020202020204" pitchFamily="34" charset="0"/>
                <a:cs typeface="Arial" panose="020B0604020202020204" pitchFamily="34" charset="0"/>
              </a:rPr>
              <a:t>rRNA</a:t>
            </a:r>
            <a:r>
              <a:rPr lang="nl-NL" sz="1000">
                <a:latin typeface="Arial" panose="020B0604020202020204" pitchFamily="34" charset="0"/>
                <a:cs typeface="Arial" panose="020B0604020202020204" pitchFamily="34" charset="0"/>
              </a:rPr>
              <a:t> van de bacteriën in de </a:t>
            </a:r>
            <a:r>
              <a:rPr lang="en-US" sz="1000">
                <a:latin typeface="Arial" panose="020B0604020202020204" pitchFamily="34" charset="0"/>
                <a:cs typeface="Arial" panose="020B0604020202020204" pitchFamily="34" charset="0"/>
              </a:rPr>
              <a:t>Oral Microbiome Whole Cell Mix (MSA-2004).</a:t>
            </a:r>
            <a:r>
              <a:rPr lang="nl-NL" sz="100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632037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BF828C-5A1F-8F8A-B612-DF85F148FC8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18BDEE-1A31-762A-D21B-6D10500A8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587ED26-3718-FBAB-ED90-1DDA44ED79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E1678D-2D73-7332-7336-598D58B6A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6F6ABA7-A7FB-45B7-5E0A-B825AB4AF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05BFC0F-C11A-5F8A-387D-8502002C7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F2CB0E2-F1EB-FB5B-4B64-F8301D9FAB0F}"/>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panose="020B0604020202020204" pitchFamily="34" charset="0"/>
                <a:cs typeface="Arial" panose="020B0604020202020204" pitchFamily="34" charset="0"/>
              </a:rPr>
              <a:t>Inleiding</a:t>
            </a:r>
          </a:p>
        </p:txBody>
      </p:sp>
      <p:sp>
        <p:nvSpPr>
          <p:cNvPr id="3" name="Tijdelijke aanduiding voor inhoud 2">
            <a:extLst>
              <a:ext uri="{FF2B5EF4-FFF2-40B4-BE49-F238E27FC236}">
                <a16:creationId xmlns:a16="http://schemas.microsoft.com/office/drawing/2014/main" id="{9E8D12A4-6CA0-3996-4EAB-CAADAEB5109D}"/>
              </a:ext>
            </a:extLst>
          </p:cNvPr>
          <p:cNvSpPr>
            <a:spLocks noGrp="1"/>
          </p:cNvSpPr>
          <p:nvPr>
            <p:ph idx="1"/>
          </p:nvPr>
        </p:nvSpPr>
        <p:spPr>
          <a:xfrm>
            <a:off x="1371599" y="1885279"/>
            <a:ext cx="9724031" cy="4334546"/>
          </a:xfrm>
        </p:spPr>
        <p:txBody>
          <a:bodyPr anchor="t">
            <a:normAutofit/>
          </a:bodyPr>
          <a:lstStyle/>
          <a:p>
            <a:pPr marL="0" indent="0">
              <a:buNone/>
            </a:pPr>
            <a:r>
              <a:rPr lang="nl-NL" sz="2000" b="1">
                <a:latin typeface="Arial" panose="020B0604020202020204" pitchFamily="34" charset="0"/>
                <a:cs typeface="Arial" panose="020B0604020202020204" pitchFamily="34" charset="0"/>
              </a:rPr>
              <a:t>2. </a:t>
            </a:r>
            <a:r>
              <a:rPr lang="nl-NL" sz="2000">
                <a:latin typeface="Arial" panose="020B0604020202020204" pitchFamily="34" charset="0"/>
                <a:cs typeface="Arial" panose="020B0604020202020204" pitchFamily="34" charset="0"/>
              </a:rPr>
              <a:t>Hoe goed komen de gevonden bacteriesoorten en de prevalenties overeen nadat </a:t>
            </a:r>
            <a:r>
              <a:rPr lang="nl-NL" sz="2000" err="1">
                <a:latin typeface="Arial" panose="020B0604020202020204" pitchFamily="34" charset="0"/>
                <a:cs typeface="Arial" panose="020B0604020202020204" pitchFamily="34" charset="0"/>
              </a:rPr>
              <a:t>nanopore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sequencing</a:t>
            </a:r>
            <a:r>
              <a:rPr lang="nl-NL" sz="2000">
                <a:latin typeface="Arial" panose="020B0604020202020204" pitchFamily="34" charset="0"/>
                <a:cs typeface="Arial" panose="020B0604020202020204" pitchFamily="34" charset="0"/>
              </a:rPr>
              <a:t> met zowel 16s als </a:t>
            </a:r>
            <a:r>
              <a:rPr lang="nl-NL" sz="2000" err="1">
                <a:latin typeface="Arial" panose="020B0604020202020204" pitchFamily="34" charset="0"/>
                <a:cs typeface="Arial" panose="020B0604020202020204" pitchFamily="34" charset="0"/>
              </a:rPr>
              <a:t>Whole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Genome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sequencing</a:t>
            </a:r>
            <a:r>
              <a:rPr lang="nl-NL" sz="2000">
                <a:latin typeface="Arial" panose="020B0604020202020204" pitchFamily="34" charset="0"/>
                <a:cs typeface="Arial" panose="020B0604020202020204" pitchFamily="34" charset="0"/>
              </a:rPr>
              <a:t> is uitgevoerd?</a:t>
            </a:r>
          </a:p>
          <a:p>
            <a:pPr marL="0" indent="0">
              <a:buNone/>
            </a:pPr>
            <a:endParaRPr lang="nl-NL" sz="2000">
              <a:latin typeface="Arial" panose="020B0604020202020204" pitchFamily="34" charset="0"/>
              <a:cs typeface="Arial" panose="020B0604020202020204" pitchFamily="34" charset="0"/>
            </a:endParaRPr>
          </a:p>
          <a:p>
            <a:pPr marL="0" indent="0">
              <a:buNone/>
            </a:pPr>
            <a:r>
              <a:rPr lang="nl-NL" sz="2000">
                <a:latin typeface="Arial" panose="020B0604020202020204" pitchFamily="34" charset="0"/>
                <a:cs typeface="Arial" panose="020B0604020202020204" pitchFamily="34" charset="0"/>
              </a:rPr>
              <a:t>Hypothese:</a:t>
            </a:r>
          </a:p>
          <a:p>
            <a:pPr lvl="1"/>
            <a:r>
              <a:rPr lang="nl-NL" sz="1600">
                <a:latin typeface="Arial" panose="020B0604020202020204" pitchFamily="34" charset="0"/>
                <a:cs typeface="Arial" panose="020B0604020202020204" pitchFamily="34" charset="0"/>
              </a:rPr>
              <a:t>Bacteriesoorten: Komen overeen, WGS misschien beter op </a:t>
            </a:r>
            <a:r>
              <a:rPr lang="nl-NL" sz="1600" err="1">
                <a:latin typeface="Arial" panose="020B0604020202020204" pitchFamily="34" charset="0"/>
                <a:cs typeface="Arial" panose="020B0604020202020204" pitchFamily="34" charset="0"/>
              </a:rPr>
              <a:t>speciesniveau</a:t>
            </a:r>
            <a:endParaRPr lang="nl-NL" sz="1600">
              <a:latin typeface="Arial" panose="020B0604020202020204" pitchFamily="34" charset="0"/>
              <a:cs typeface="Arial" panose="020B0604020202020204" pitchFamily="34" charset="0"/>
            </a:endParaRPr>
          </a:p>
          <a:p>
            <a:pPr lvl="1"/>
            <a:r>
              <a:rPr lang="nl-NL" sz="1600">
                <a:latin typeface="Arial" panose="020B0604020202020204" pitchFamily="34" charset="0"/>
                <a:cs typeface="Arial" panose="020B0604020202020204" pitchFamily="34" charset="0"/>
              </a:rPr>
              <a:t>Prevalenties: Kleine verschillen</a:t>
            </a:r>
          </a:p>
        </p:txBody>
      </p:sp>
      <p:sp>
        <p:nvSpPr>
          <p:cNvPr id="6" name="Tekstvak 5">
            <a:extLst>
              <a:ext uri="{FF2B5EF4-FFF2-40B4-BE49-F238E27FC236}">
                <a16:creationId xmlns:a16="http://schemas.microsoft.com/office/drawing/2014/main" id="{FD794624-2B89-E5B2-95E8-9B0AAA71CD6F}"/>
              </a:ext>
            </a:extLst>
          </p:cNvPr>
          <p:cNvSpPr txBox="1"/>
          <p:nvPr/>
        </p:nvSpPr>
        <p:spPr>
          <a:xfrm>
            <a:off x="4164974" y="812603"/>
            <a:ext cx="4309200" cy="523220"/>
          </a:xfrm>
          <a:prstGeom prst="rect">
            <a:avLst/>
          </a:prstGeom>
          <a:noFill/>
        </p:spPr>
        <p:txBody>
          <a:bodyPr wrap="square" rtlCol="0">
            <a:spAutoFit/>
          </a:bodyPr>
          <a:lstStyle/>
          <a:p>
            <a:pPr algn="ctr"/>
            <a:r>
              <a:rPr lang="nl-NL" sz="2800">
                <a:solidFill>
                  <a:schemeClr val="bg1"/>
                </a:solidFill>
                <a:latin typeface="Arial" panose="020B0604020202020204" pitchFamily="34" charset="0"/>
                <a:cs typeface="Arial" panose="020B0604020202020204" pitchFamily="34" charset="0"/>
              </a:rPr>
              <a:t>Deelvragen en hypothese</a:t>
            </a:r>
          </a:p>
        </p:txBody>
      </p:sp>
      <p:sp>
        <p:nvSpPr>
          <p:cNvPr id="4" name="Tijdelijke aanduiding voor dianummer 3">
            <a:extLst>
              <a:ext uri="{FF2B5EF4-FFF2-40B4-BE49-F238E27FC236}">
                <a16:creationId xmlns:a16="http://schemas.microsoft.com/office/drawing/2014/main" id="{E8A4F4B6-0447-D598-3156-40726C58B93F}"/>
              </a:ext>
            </a:extLst>
          </p:cNvPr>
          <p:cNvSpPr>
            <a:spLocks noGrp="1"/>
          </p:cNvSpPr>
          <p:nvPr>
            <p:ph type="sldNum" sz="quarter" idx="12"/>
          </p:nvPr>
        </p:nvSpPr>
        <p:spPr/>
        <p:txBody>
          <a:bodyPr/>
          <a:lstStyle/>
          <a:p>
            <a:fld id="{848E61ED-401C-4DAC-AB76-B5DE53166C55}" type="slidenum">
              <a:rPr lang="nl-NL" smtClean="0"/>
              <a:t>6</a:t>
            </a:fld>
            <a:endParaRPr lang="nl-NL"/>
          </a:p>
        </p:txBody>
      </p:sp>
    </p:spTree>
    <p:extLst>
      <p:ext uri="{BB962C8B-B14F-4D97-AF65-F5344CB8AC3E}">
        <p14:creationId xmlns:p14="http://schemas.microsoft.com/office/powerpoint/2010/main" val="20610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36DC00-17F2-94C8-1922-CF9C415B901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A8F45A4-D6FB-C0A0-A86C-4CA593F4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593F703-1226-6DC3-CB9D-9DCA56259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D48C4AF-FE50-C51C-2F3C-6458C9ECE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FE2EB95-E7FD-2E30-A846-2B5733D10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D971CB9-F672-8772-572B-AB88F3076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C38F561-5CF0-FBE1-8158-D17A651BC230}"/>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panose="020B0604020202020204" pitchFamily="34" charset="0"/>
                <a:cs typeface="Arial" panose="020B0604020202020204" pitchFamily="34" charset="0"/>
              </a:rPr>
              <a:t>Inleiding</a:t>
            </a:r>
          </a:p>
        </p:txBody>
      </p:sp>
      <p:sp>
        <p:nvSpPr>
          <p:cNvPr id="3" name="Tijdelijke aanduiding voor inhoud 2">
            <a:extLst>
              <a:ext uri="{FF2B5EF4-FFF2-40B4-BE49-F238E27FC236}">
                <a16:creationId xmlns:a16="http://schemas.microsoft.com/office/drawing/2014/main" id="{2D76D092-1BD5-FAFC-73D1-E882518215E6}"/>
              </a:ext>
            </a:extLst>
          </p:cNvPr>
          <p:cNvSpPr>
            <a:spLocks noGrp="1"/>
          </p:cNvSpPr>
          <p:nvPr>
            <p:ph idx="1"/>
          </p:nvPr>
        </p:nvSpPr>
        <p:spPr>
          <a:xfrm>
            <a:off x="1371599" y="1885279"/>
            <a:ext cx="9724031" cy="4334546"/>
          </a:xfrm>
        </p:spPr>
        <p:txBody>
          <a:bodyPr anchor="t">
            <a:normAutofit/>
          </a:bodyPr>
          <a:lstStyle/>
          <a:p>
            <a:pPr marL="0" indent="0">
              <a:buNone/>
            </a:pPr>
            <a:r>
              <a:rPr lang="nl-NL" sz="2000" b="1">
                <a:latin typeface="Arial" panose="020B0604020202020204" pitchFamily="34" charset="0"/>
                <a:cs typeface="Arial" panose="020B0604020202020204" pitchFamily="34" charset="0"/>
              </a:rPr>
              <a:t>3. </a:t>
            </a:r>
            <a:r>
              <a:rPr lang="nl-NL" sz="2000">
                <a:latin typeface="Arial" panose="020B0604020202020204" pitchFamily="34" charset="0"/>
                <a:cs typeface="Arial" panose="020B0604020202020204" pitchFamily="34" charset="0"/>
              </a:rPr>
              <a:t>Wat is het verschil in samenstelling van het orale </a:t>
            </a:r>
            <a:r>
              <a:rPr lang="nl-NL" sz="2000" err="1">
                <a:latin typeface="Arial" panose="020B0604020202020204" pitchFamily="34" charset="0"/>
                <a:cs typeface="Arial" panose="020B0604020202020204" pitchFamily="34" charset="0"/>
              </a:rPr>
              <a:t>microbioom</a:t>
            </a:r>
            <a:r>
              <a:rPr lang="nl-NL" sz="2000">
                <a:latin typeface="Arial" panose="020B0604020202020204" pitchFamily="34" charset="0"/>
                <a:cs typeface="Arial" panose="020B0604020202020204" pitchFamily="34" charset="0"/>
              </a:rPr>
              <a:t> tussen mensen met parodontitis en mensen die geen parodontitis hebben en welke bacterie soorten komen het meest voor in de samples van mensen met parodontitis?</a:t>
            </a:r>
          </a:p>
          <a:p>
            <a:pPr marL="0" indent="0">
              <a:buNone/>
            </a:pPr>
            <a:endParaRPr lang="nl-NL" sz="2000">
              <a:latin typeface="Arial" panose="020B0604020202020204" pitchFamily="34" charset="0"/>
              <a:cs typeface="Arial" panose="020B0604020202020204" pitchFamily="34" charset="0"/>
            </a:endParaRPr>
          </a:p>
          <a:p>
            <a:pPr marL="0" indent="0">
              <a:buNone/>
            </a:pPr>
            <a:endParaRPr lang="nl-NL" sz="2000">
              <a:latin typeface="Arial" panose="020B0604020202020204" pitchFamily="34" charset="0"/>
              <a:cs typeface="Arial" panose="020B0604020202020204" pitchFamily="34" charset="0"/>
            </a:endParaRPr>
          </a:p>
        </p:txBody>
      </p:sp>
      <p:sp>
        <p:nvSpPr>
          <p:cNvPr id="6" name="Tekstvak 5">
            <a:extLst>
              <a:ext uri="{FF2B5EF4-FFF2-40B4-BE49-F238E27FC236}">
                <a16:creationId xmlns:a16="http://schemas.microsoft.com/office/drawing/2014/main" id="{4DFA77CD-1EC7-1172-DFB3-64D4C7DB4021}"/>
              </a:ext>
            </a:extLst>
          </p:cNvPr>
          <p:cNvSpPr txBox="1"/>
          <p:nvPr/>
        </p:nvSpPr>
        <p:spPr>
          <a:xfrm>
            <a:off x="4164974" y="812603"/>
            <a:ext cx="4309200" cy="523220"/>
          </a:xfrm>
          <a:prstGeom prst="rect">
            <a:avLst/>
          </a:prstGeom>
          <a:noFill/>
        </p:spPr>
        <p:txBody>
          <a:bodyPr wrap="square" rtlCol="0">
            <a:spAutoFit/>
          </a:bodyPr>
          <a:lstStyle/>
          <a:p>
            <a:pPr algn="ctr"/>
            <a:r>
              <a:rPr lang="nl-NL" sz="2800">
                <a:solidFill>
                  <a:schemeClr val="bg1"/>
                </a:solidFill>
                <a:latin typeface="Arial" panose="020B0604020202020204" pitchFamily="34" charset="0"/>
                <a:cs typeface="Arial" panose="020B0604020202020204" pitchFamily="34" charset="0"/>
              </a:rPr>
              <a:t>Deelvragen en hypothese</a:t>
            </a:r>
          </a:p>
        </p:txBody>
      </p:sp>
      <p:sp>
        <p:nvSpPr>
          <p:cNvPr id="4" name="Tijdelijke aanduiding voor dianummer 3">
            <a:extLst>
              <a:ext uri="{FF2B5EF4-FFF2-40B4-BE49-F238E27FC236}">
                <a16:creationId xmlns:a16="http://schemas.microsoft.com/office/drawing/2014/main" id="{EDE14508-67EA-555A-4EC8-F8E68D2DA6B1}"/>
              </a:ext>
            </a:extLst>
          </p:cNvPr>
          <p:cNvSpPr>
            <a:spLocks noGrp="1"/>
          </p:cNvSpPr>
          <p:nvPr>
            <p:ph type="sldNum" sz="quarter" idx="12"/>
          </p:nvPr>
        </p:nvSpPr>
        <p:spPr/>
        <p:txBody>
          <a:bodyPr/>
          <a:lstStyle/>
          <a:p>
            <a:fld id="{848E61ED-401C-4DAC-AB76-B5DE53166C55}" type="slidenum">
              <a:rPr lang="nl-NL" smtClean="0"/>
              <a:t>7</a:t>
            </a:fld>
            <a:endParaRPr lang="nl-NL"/>
          </a:p>
        </p:txBody>
      </p:sp>
      <p:sp>
        <p:nvSpPr>
          <p:cNvPr id="7" name="Tekstvak 6">
            <a:extLst>
              <a:ext uri="{FF2B5EF4-FFF2-40B4-BE49-F238E27FC236}">
                <a16:creationId xmlns:a16="http://schemas.microsoft.com/office/drawing/2014/main" id="{B27E9A31-EF37-AA7F-6B5B-4F5AD601EF5A}"/>
              </a:ext>
            </a:extLst>
          </p:cNvPr>
          <p:cNvSpPr txBox="1"/>
          <p:nvPr/>
        </p:nvSpPr>
        <p:spPr>
          <a:xfrm>
            <a:off x="2760998" y="3376726"/>
            <a:ext cx="6945231" cy="400110"/>
          </a:xfrm>
          <a:prstGeom prst="rect">
            <a:avLst/>
          </a:prstGeom>
          <a:noFill/>
        </p:spPr>
        <p:txBody>
          <a:bodyPr wrap="square" rtlCol="0">
            <a:spAutoFit/>
          </a:bodyPr>
          <a:lstStyle/>
          <a:p>
            <a:r>
              <a:rPr lang="nl-NL" sz="1000">
                <a:latin typeface="Arial" panose="020B0604020202020204" pitchFamily="34" charset="0"/>
                <a:cs typeface="Arial" panose="020B0604020202020204" pitchFamily="34" charset="0"/>
              </a:rPr>
              <a:t>Tabel 3: Verwachting van welke bacteriesoorten het meeste voorkomen bij mensen met parodontitis en bij de controlegroep (eigen samples) en hoe de bacteriesamenstelling van mensen met parodontitis zal afwijken.</a:t>
            </a:r>
          </a:p>
        </p:txBody>
      </p:sp>
      <p:pic>
        <p:nvPicPr>
          <p:cNvPr id="8" name="Afbeelding 7">
            <a:extLst>
              <a:ext uri="{FF2B5EF4-FFF2-40B4-BE49-F238E27FC236}">
                <a16:creationId xmlns:a16="http://schemas.microsoft.com/office/drawing/2014/main" id="{237B19D4-B168-D0DE-BD80-E8F8ED93A809}"/>
              </a:ext>
            </a:extLst>
          </p:cNvPr>
          <p:cNvPicPr>
            <a:picLocks noChangeAspect="1"/>
          </p:cNvPicPr>
          <p:nvPr/>
        </p:nvPicPr>
        <p:blipFill>
          <a:blip r:embed="rId2"/>
          <a:stretch>
            <a:fillRect/>
          </a:stretch>
        </p:blipFill>
        <p:spPr>
          <a:xfrm>
            <a:off x="2800348" y="3813175"/>
            <a:ext cx="6591300" cy="2406650"/>
          </a:xfrm>
          <a:prstGeom prst="rect">
            <a:avLst/>
          </a:prstGeom>
        </p:spPr>
      </p:pic>
    </p:spTree>
    <p:extLst>
      <p:ext uri="{BB962C8B-B14F-4D97-AF65-F5344CB8AC3E}">
        <p14:creationId xmlns:p14="http://schemas.microsoft.com/office/powerpoint/2010/main" val="1882210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5745A7-10D0-8976-4871-93CE853D813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ED9AC1-0FED-8525-DFE8-BAE2B54B9D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3BB1D35-7E77-1D49-BEB4-6BE23F27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860972-4B58-F3C6-B55E-2E2705A83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9415619-C222-65A0-4771-2838B14D5D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D432AE-06EE-5CAD-9122-E5EAE3458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E599F304-D96A-46A6-010B-64AF8FA553C8}"/>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panose="020B0604020202020204" pitchFamily="34" charset="0"/>
                <a:cs typeface="Arial" panose="020B0604020202020204" pitchFamily="34" charset="0"/>
              </a:rPr>
              <a:t>Inleiding</a:t>
            </a:r>
          </a:p>
        </p:txBody>
      </p:sp>
      <p:sp>
        <p:nvSpPr>
          <p:cNvPr id="3" name="Tijdelijke aanduiding voor inhoud 2">
            <a:extLst>
              <a:ext uri="{FF2B5EF4-FFF2-40B4-BE49-F238E27FC236}">
                <a16:creationId xmlns:a16="http://schemas.microsoft.com/office/drawing/2014/main" id="{84D5680F-155D-ADB4-9AD3-A5DA5E87AB74}"/>
              </a:ext>
            </a:extLst>
          </p:cNvPr>
          <p:cNvSpPr>
            <a:spLocks noGrp="1"/>
          </p:cNvSpPr>
          <p:nvPr>
            <p:ph idx="1"/>
          </p:nvPr>
        </p:nvSpPr>
        <p:spPr>
          <a:xfrm>
            <a:off x="1371599" y="1885279"/>
            <a:ext cx="9724031" cy="4116276"/>
          </a:xfrm>
        </p:spPr>
        <p:txBody>
          <a:bodyPr anchor="t">
            <a:normAutofit/>
          </a:bodyPr>
          <a:lstStyle/>
          <a:p>
            <a:pPr marL="0" indent="0">
              <a:buNone/>
            </a:pPr>
            <a:r>
              <a:rPr lang="nl-NL" sz="2400" u="sng">
                <a:latin typeface="Arial" panose="020B0604020202020204" pitchFamily="34" charset="0"/>
                <a:cs typeface="Arial" panose="020B0604020202020204" pitchFamily="34" charset="0"/>
              </a:rPr>
              <a:t>16s </a:t>
            </a:r>
            <a:r>
              <a:rPr lang="nl-NL" sz="2400" u="sng" err="1">
                <a:latin typeface="Arial" panose="020B0604020202020204" pitchFamily="34" charset="0"/>
                <a:cs typeface="Arial" panose="020B0604020202020204" pitchFamily="34" charset="0"/>
              </a:rPr>
              <a:t>sequencing</a:t>
            </a:r>
            <a:r>
              <a:rPr lang="nl-NL" sz="2400" u="sng">
                <a:latin typeface="Arial" panose="020B0604020202020204" pitchFamily="34" charset="0"/>
                <a:cs typeface="Arial" panose="020B0604020202020204" pitchFamily="34" charset="0"/>
              </a:rPr>
              <a:t>:</a:t>
            </a:r>
          </a:p>
          <a:p>
            <a:pPr marL="0" indent="0">
              <a:buNone/>
            </a:pPr>
            <a:r>
              <a:rPr lang="nl-NL" sz="2000">
                <a:latin typeface="Arial" panose="020B0604020202020204" pitchFamily="34" charset="0"/>
                <a:cs typeface="Arial" panose="020B0604020202020204" pitchFamily="34" charset="0"/>
              </a:rPr>
              <a:t>1. </a:t>
            </a:r>
            <a:r>
              <a:rPr lang="fr-FR" sz="2000">
                <a:latin typeface="Arial" panose="020B0604020202020204" pitchFamily="34" charset="0"/>
                <a:cs typeface="Arial" panose="020B0604020202020204" pitchFamily="34" charset="0"/>
              </a:rPr>
              <a:t>Pilot </a:t>
            </a:r>
            <a:r>
              <a:rPr lang="fr-FR" sz="2000" err="1">
                <a:latin typeface="Arial" panose="020B0604020202020204" pitchFamily="34" charset="0"/>
                <a:cs typeface="Arial" panose="020B0604020202020204" pitchFamily="34" charset="0"/>
              </a:rPr>
              <a:t>experiment</a:t>
            </a:r>
            <a:r>
              <a:rPr lang="fr-FR" sz="2000">
                <a:latin typeface="Arial" panose="020B0604020202020204" pitchFamily="34" charset="0"/>
                <a:cs typeface="Arial" panose="020B0604020202020204" pitchFamily="34" charset="0"/>
              </a:rPr>
              <a:t> (5 t/m 11 </a:t>
            </a:r>
            <a:r>
              <a:rPr lang="fr-FR" sz="2000" err="1">
                <a:latin typeface="Arial" panose="020B0604020202020204" pitchFamily="34" charset="0"/>
                <a:cs typeface="Arial" panose="020B0604020202020204" pitchFamily="34" charset="0"/>
              </a:rPr>
              <a:t>nov</a:t>
            </a:r>
            <a:r>
              <a:rPr lang="fr-FR" sz="2000">
                <a:latin typeface="Arial" panose="020B0604020202020204" pitchFamily="34" charset="0"/>
                <a:cs typeface="Arial" panose="020B0604020202020204" pitchFamily="34" charset="0"/>
              </a:rPr>
              <a:t>)</a:t>
            </a:r>
            <a:endParaRPr lang="nl-NL" sz="2000">
              <a:latin typeface="Arial" panose="020B0604020202020204" pitchFamily="34" charset="0"/>
              <a:cs typeface="Arial" panose="020B0604020202020204" pitchFamily="34" charset="0"/>
            </a:endParaRPr>
          </a:p>
          <a:p>
            <a:pPr marL="0" indent="0">
              <a:buNone/>
            </a:pPr>
            <a:r>
              <a:rPr lang="nl-NL" sz="2000">
                <a:latin typeface="Arial" panose="020B0604020202020204" pitchFamily="34" charset="0"/>
                <a:cs typeface="Arial" panose="020B0604020202020204" pitchFamily="34" charset="0"/>
              </a:rPr>
              <a:t>2. Optimaliseren DNA isolatie (25 t/m 27 nov)</a:t>
            </a:r>
          </a:p>
          <a:p>
            <a:pPr marL="0" indent="0">
              <a:buNone/>
            </a:pPr>
            <a:r>
              <a:rPr lang="nl-NL" sz="2000">
                <a:latin typeface="Arial" panose="020B0604020202020204" pitchFamily="34" charset="0"/>
                <a:cs typeface="Arial" panose="020B0604020202020204" pitchFamily="34" charset="0"/>
              </a:rPr>
              <a:t>3. </a:t>
            </a:r>
            <a:r>
              <a:rPr lang="en-US" sz="2000">
                <a:latin typeface="Arial" panose="020B0604020202020204" pitchFamily="34" charset="0"/>
                <a:cs typeface="Arial" panose="020B0604020202020204" pitchFamily="34" charset="0"/>
              </a:rPr>
              <a:t>16s sequencing met </a:t>
            </a:r>
            <a:r>
              <a:rPr lang="en-US" sz="2000" err="1">
                <a:latin typeface="Arial" panose="020B0604020202020204" pitchFamily="34" charset="0"/>
                <a:cs typeface="Arial" panose="020B0604020202020204" pitchFamily="34" charset="0"/>
              </a:rPr>
              <a:t>parodontitis</a:t>
            </a:r>
            <a:r>
              <a:rPr lang="en-US" sz="2000">
                <a:latin typeface="Arial" panose="020B0604020202020204" pitchFamily="34" charset="0"/>
                <a:cs typeface="Arial" panose="020B0604020202020204" pitchFamily="34" charset="0"/>
              </a:rPr>
              <a:t> samples (9 t/m 12 dec) </a:t>
            </a:r>
            <a:endParaRPr lang="nl-NL" sz="2000">
              <a:latin typeface="Arial" panose="020B0604020202020204" pitchFamily="34" charset="0"/>
              <a:cs typeface="Arial" panose="020B0604020202020204" pitchFamily="34" charset="0"/>
            </a:endParaRPr>
          </a:p>
          <a:p>
            <a:endParaRPr lang="nl-NL" sz="2000">
              <a:latin typeface="Arial" panose="020B0604020202020204" pitchFamily="34" charset="0"/>
              <a:cs typeface="Arial" panose="020B0604020202020204" pitchFamily="34" charset="0"/>
            </a:endParaRPr>
          </a:p>
          <a:p>
            <a:pPr marL="0" indent="0">
              <a:buNone/>
            </a:pPr>
            <a:r>
              <a:rPr lang="nl-NL" sz="2400" u="sng" err="1">
                <a:latin typeface="Arial" panose="020B0604020202020204" pitchFamily="34" charset="0"/>
                <a:cs typeface="Arial" panose="020B0604020202020204" pitchFamily="34" charset="0"/>
              </a:rPr>
              <a:t>Whole</a:t>
            </a:r>
            <a:r>
              <a:rPr lang="nl-NL" sz="2400" u="sng">
                <a:latin typeface="Arial" panose="020B0604020202020204" pitchFamily="34" charset="0"/>
                <a:cs typeface="Arial" panose="020B0604020202020204" pitchFamily="34" charset="0"/>
              </a:rPr>
              <a:t> </a:t>
            </a:r>
            <a:r>
              <a:rPr lang="nl-NL" sz="2400" u="sng" err="1">
                <a:latin typeface="Arial" panose="020B0604020202020204" pitchFamily="34" charset="0"/>
                <a:cs typeface="Arial" panose="020B0604020202020204" pitchFamily="34" charset="0"/>
              </a:rPr>
              <a:t>genome</a:t>
            </a:r>
            <a:r>
              <a:rPr lang="nl-NL" sz="2400" u="sng">
                <a:latin typeface="Arial" panose="020B0604020202020204" pitchFamily="34" charset="0"/>
                <a:cs typeface="Arial" panose="020B0604020202020204" pitchFamily="34" charset="0"/>
              </a:rPr>
              <a:t> </a:t>
            </a:r>
            <a:r>
              <a:rPr lang="nl-NL" sz="2400" u="sng" err="1">
                <a:latin typeface="Arial" panose="020B0604020202020204" pitchFamily="34" charset="0"/>
                <a:cs typeface="Arial" panose="020B0604020202020204" pitchFamily="34" charset="0"/>
              </a:rPr>
              <a:t>sequencing</a:t>
            </a:r>
            <a:r>
              <a:rPr lang="nl-NL" sz="2400" u="sng">
                <a:latin typeface="Arial" panose="020B0604020202020204" pitchFamily="34" charset="0"/>
                <a:cs typeface="Arial" panose="020B0604020202020204" pitchFamily="34" charset="0"/>
              </a:rPr>
              <a:t>:</a:t>
            </a:r>
          </a:p>
          <a:p>
            <a:pPr marL="0" indent="0">
              <a:buNone/>
            </a:pPr>
            <a:r>
              <a:rPr lang="nl-NL" sz="2000">
                <a:latin typeface="Arial" panose="020B0604020202020204" pitchFamily="34" charset="0"/>
                <a:cs typeface="Arial" panose="020B0604020202020204" pitchFamily="34" charset="0"/>
              </a:rPr>
              <a:t>1. </a:t>
            </a:r>
            <a:r>
              <a:rPr lang="fr-FR" sz="2000">
                <a:latin typeface="Arial" panose="020B0604020202020204" pitchFamily="34" charset="0"/>
                <a:cs typeface="Arial" panose="020B0604020202020204" pitchFamily="34" charset="0"/>
              </a:rPr>
              <a:t>Pilot </a:t>
            </a:r>
            <a:r>
              <a:rPr lang="fr-FR" sz="2000" err="1">
                <a:latin typeface="Arial" panose="020B0604020202020204" pitchFamily="34" charset="0"/>
                <a:cs typeface="Arial" panose="020B0604020202020204" pitchFamily="34" charset="0"/>
              </a:rPr>
              <a:t>experiment</a:t>
            </a:r>
            <a:r>
              <a:rPr lang="fr-FR" sz="2000">
                <a:latin typeface="Arial" panose="020B0604020202020204" pitchFamily="34" charset="0"/>
                <a:cs typeface="Arial" panose="020B0604020202020204" pitchFamily="34" charset="0"/>
              </a:rPr>
              <a:t> (13 t/m 21 </a:t>
            </a:r>
            <a:r>
              <a:rPr lang="fr-FR" sz="2000" err="1">
                <a:latin typeface="Arial" panose="020B0604020202020204" pitchFamily="34" charset="0"/>
                <a:cs typeface="Arial" panose="020B0604020202020204" pitchFamily="34" charset="0"/>
              </a:rPr>
              <a:t>nov</a:t>
            </a:r>
            <a:r>
              <a:rPr lang="fr-FR" sz="2000">
                <a:latin typeface="Arial" panose="020B0604020202020204" pitchFamily="34" charset="0"/>
                <a:cs typeface="Arial" panose="020B0604020202020204" pitchFamily="34" charset="0"/>
              </a:rPr>
              <a:t>)</a:t>
            </a:r>
            <a:endParaRPr lang="nl-NL" sz="2000">
              <a:latin typeface="Arial" panose="020B0604020202020204" pitchFamily="34" charset="0"/>
              <a:cs typeface="Arial" panose="020B0604020202020204" pitchFamily="34" charset="0"/>
            </a:endParaRPr>
          </a:p>
          <a:p>
            <a:pPr marL="0" indent="0">
              <a:buNone/>
            </a:pPr>
            <a:r>
              <a:rPr lang="nl-NL" sz="2000">
                <a:latin typeface="Arial" panose="020B0604020202020204" pitchFamily="34" charset="0"/>
                <a:cs typeface="Arial" panose="020B0604020202020204" pitchFamily="34" charset="0"/>
              </a:rPr>
              <a:t>2. Herhaling </a:t>
            </a:r>
            <a:r>
              <a:rPr lang="nl-NL" sz="2000" err="1">
                <a:latin typeface="Arial" panose="020B0604020202020204" pitchFamily="34" charset="0"/>
                <a:cs typeface="Arial" panose="020B0604020202020204" pitchFamily="34" charset="0"/>
              </a:rPr>
              <a:t>whole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genome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sequencing</a:t>
            </a:r>
            <a:r>
              <a:rPr lang="nl-NL" sz="2000">
                <a:latin typeface="Arial" panose="020B0604020202020204" pitchFamily="34" charset="0"/>
                <a:cs typeface="Arial" panose="020B0604020202020204" pitchFamily="34" charset="0"/>
              </a:rPr>
              <a:t> validatie (2 t/m 4 dec)</a:t>
            </a:r>
          </a:p>
          <a:p>
            <a:pPr marL="0" indent="0">
              <a:buNone/>
            </a:pPr>
            <a:r>
              <a:rPr lang="nl-NL" sz="2000">
                <a:latin typeface="Arial" panose="020B0604020202020204" pitchFamily="34" charset="0"/>
                <a:cs typeface="Arial" panose="020B0604020202020204" pitchFamily="34" charset="0"/>
              </a:rPr>
              <a:t>3. </a:t>
            </a:r>
            <a:r>
              <a:rPr lang="fr-FR" sz="2000">
                <a:latin typeface="Arial" panose="020B0604020202020204" pitchFamily="34" charset="0"/>
                <a:cs typeface="Arial" panose="020B0604020202020204" pitchFamily="34" charset="0"/>
              </a:rPr>
              <a:t>16s </a:t>
            </a:r>
            <a:r>
              <a:rPr lang="fr-FR" sz="2000" err="1">
                <a:latin typeface="Arial" panose="020B0604020202020204" pitchFamily="34" charset="0"/>
                <a:cs typeface="Arial" panose="020B0604020202020204" pitchFamily="34" charset="0"/>
              </a:rPr>
              <a:t>sequencing</a:t>
            </a:r>
            <a:r>
              <a:rPr lang="fr-FR" sz="2000">
                <a:latin typeface="Arial" panose="020B0604020202020204" pitchFamily="34" charset="0"/>
                <a:cs typeface="Arial" panose="020B0604020202020204" pitchFamily="34" charset="0"/>
              </a:rPr>
              <a:t> met </a:t>
            </a:r>
            <a:r>
              <a:rPr lang="fr-FR" sz="2000" err="1">
                <a:latin typeface="Arial" panose="020B0604020202020204" pitchFamily="34" charset="0"/>
                <a:cs typeface="Arial" panose="020B0604020202020204" pitchFamily="34" charset="0"/>
              </a:rPr>
              <a:t>parodontitis</a:t>
            </a:r>
            <a:r>
              <a:rPr lang="fr-FR" sz="2000">
                <a:latin typeface="Arial" panose="020B0604020202020204" pitchFamily="34" charset="0"/>
                <a:cs typeface="Arial" panose="020B0604020202020204" pitchFamily="34" charset="0"/>
              </a:rPr>
              <a:t> </a:t>
            </a:r>
            <a:r>
              <a:rPr lang="fr-FR" sz="2000" err="1">
                <a:latin typeface="Arial" panose="020B0604020202020204" pitchFamily="34" charset="0"/>
                <a:cs typeface="Arial" panose="020B0604020202020204" pitchFamily="34" charset="0"/>
              </a:rPr>
              <a:t>samples</a:t>
            </a:r>
            <a:r>
              <a:rPr lang="fr-FR" sz="2000">
                <a:latin typeface="Arial" panose="020B0604020202020204" pitchFamily="34" charset="0"/>
                <a:cs typeface="Arial" panose="020B0604020202020204" pitchFamily="34" charset="0"/>
              </a:rPr>
              <a:t> (17 t/m 19 </a:t>
            </a:r>
            <a:r>
              <a:rPr lang="fr-FR" sz="2000" err="1">
                <a:latin typeface="Arial" panose="020B0604020202020204" pitchFamily="34" charset="0"/>
                <a:cs typeface="Arial" panose="020B0604020202020204" pitchFamily="34" charset="0"/>
              </a:rPr>
              <a:t>dec</a:t>
            </a:r>
            <a:r>
              <a:rPr lang="fr-FR" sz="2000">
                <a:latin typeface="Arial" panose="020B0604020202020204" pitchFamily="34" charset="0"/>
                <a:cs typeface="Arial" panose="020B0604020202020204" pitchFamily="34" charset="0"/>
              </a:rPr>
              <a:t>) </a:t>
            </a:r>
          </a:p>
          <a:p>
            <a:pPr marL="0" indent="0">
              <a:buNone/>
            </a:pPr>
            <a:endParaRPr lang="nl-NL" sz="2000">
              <a:latin typeface="Arial" panose="020B0604020202020204" pitchFamily="34" charset="0"/>
              <a:cs typeface="Arial" panose="020B0604020202020204" pitchFamily="34" charset="0"/>
            </a:endParaRPr>
          </a:p>
        </p:txBody>
      </p:sp>
      <p:sp>
        <p:nvSpPr>
          <p:cNvPr id="6" name="Tekstvak 5">
            <a:extLst>
              <a:ext uri="{FF2B5EF4-FFF2-40B4-BE49-F238E27FC236}">
                <a16:creationId xmlns:a16="http://schemas.microsoft.com/office/drawing/2014/main" id="{16ACD251-43E7-2FEA-338B-12B08673E4A7}"/>
              </a:ext>
            </a:extLst>
          </p:cNvPr>
          <p:cNvSpPr txBox="1"/>
          <p:nvPr/>
        </p:nvSpPr>
        <p:spPr>
          <a:xfrm>
            <a:off x="3888285" y="767224"/>
            <a:ext cx="4862578" cy="523220"/>
          </a:xfrm>
          <a:prstGeom prst="rect">
            <a:avLst/>
          </a:prstGeom>
          <a:noFill/>
        </p:spPr>
        <p:txBody>
          <a:bodyPr wrap="square" rtlCol="0">
            <a:spAutoFit/>
          </a:bodyPr>
          <a:lstStyle/>
          <a:p>
            <a:pPr algn="ctr"/>
            <a:r>
              <a:rPr lang="nl-NL" sz="2800">
                <a:solidFill>
                  <a:schemeClr val="bg1"/>
                </a:solidFill>
                <a:latin typeface="Arial" panose="020B0604020202020204" pitchFamily="34" charset="0"/>
                <a:cs typeface="Arial" panose="020B0604020202020204" pitchFamily="34" charset="0"/>
              </a:rPr>
              <a:t>Uitgevoerde experimenten</a:t>
            </a:r>
          </a:p>
        </p:txBody>
      </p:sp>
      <p:sp>
        <p:nvSpPr>
          <p:cNvPr id="5" name="Tijdelijke aanduiding voor dianummer 4">
            <a:extLst>
              <a:ext uri="{FF2B5EF4-FFF2-40B4-BE49-F238E27FC236}">
                <a16:creationId xmlns:a16="http://schemas.microsoft.com/office/drawing/2014/main" id="{3A3F5C6B-F7F4-C724-E04E-FD278945E18F}"/>
              </a:ext>
            </a:extLst>
          </p:cNvPr>
          <p:cNvSpPr>
            <a:spLocks noGrp="1"/>
          </p:cNvSpPr>
          <p:nvPr>
            <p:ph type="sldNum" sz="quarter" idx="12"/>
          </p:nvPr>
        </p:nvSpPr>
        <p:spPr/>
        <p:txBody>
          <a:bodyPr/>
          <a:lstStyle/>
          <a:p>
            <a:fld id="{848E61ED-401C-4DAC-AB76-B5DE53166C55}" type="slidenum">
              <a:rPr lang="nl-NL" smtClean="0"/>
              <a:t>8</a:t>
            </a:fld>
            <a:endParaRPr lang="nl-NL"/>
          </a:p>
        </p:txBody>
      </p:sp>
    </p:spTree>
    <p:extLst>
      <p:ext uri="{BB962C8B-B14F-4D97-AF65-F5344CB8AC3E}">
        <p14:creationId xmlns:p14="http://schemas.microsoft.com/office/powerpoint/2010/main" val="3997200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6C78F6-A515-B5BE-7943-A945E0D6029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4341E0-AA8A-EC71-42C8-61E002A007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16FBAD-4386-34B3-060F-D9C1A03ED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42771BD-5874-7C3C-5C0C-20692A9C7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78640D9-2D0C-9C34-57F5-D2A05854E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A9DE9BB-AE27-2404-B355-703DA887DB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343EBB1-41D7-B851-ED4E-40EF390BAC73}"/>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panose="020B0604020202020204" pitchFamily="34" charset="0"/>
                <a:cs typeface="Arial" panose="020B0604020202020204" pitchFamily="34" charset="0"/>
              </a:rPr>
              <a:t>Inleiding</a:t>
            </a:r>
          </a:p>
        </p:txBody>
      </p:sp>
      <p:sp>
        <p:nvSpPr>
          <p:cNvPr id="3" name="Tijdelijke aanduiding voor inhoud 2">
            <a:extLst>
              <a:ext uri="{FF2B5EF4-FFF2-40B4-BE49-F238E27FC236}">
                <a16:creationId xmlns:a16="http://schemas.microsoft.com/office/drawing/2014/main" id="{49268F53-95C3-E062-6FBB-BAEECEF61BDD}"/>
              </a:ext>
            </a:extLst>
          </p:cNvPr>
          <p:cNvSpPr>
            <a:spLocks noGrp="1"/>
          </p:cNvSpPr>
          <p:nvPr>
            <p:ph idx="1"/>
          </p:nvPr>
        </p:nvSpPr>
        <p:spPr>
          <a:xfrm>
            <a:off x="1371599" y="1885279"/>
            <a:ext cx="9724031" cy="4116276"/>
          </a:xfrm>
        </p:spPr>
        <p:txBody>
          <a:bodyPr anchor="t">
            <a:normAutofit/>
          </a:bodyPr>
          <a:lstStyle/>
          <a:p>
            <a:pPr marL="0" indent="0">
              <a:buNone/>
            </a:pPr>
            <a:r>
              <a:rPr lang="nl-NL" sz="2400" u="sng">
                <a:latin typeface="Arial" panose="020B0604020202020204" pitchFamily="34" charset="0"/>
                <a:cs typeface="Arial" panose="020B0604020202020204" pitchFamily="34" charset="0"/>
              </a:rPr>
              <a:t>16s </a:t>
            </a:r>
            <a:r>
              <a:rPr lang="nl-NL" sz="2400" u="sng" err="1">
                <a:latin typeface="Arial" panose="020B0604020202020204" pitchFamily="34" charset="0"/>
                <a:cs typeface="Arial" panose="020B0604020202020204" pitchFamily="34" charset="0"/>
              </a:rPr>
              <a:t>sequencing</a:t>
            </a:r>
            <a:r>
              <a:rPr lang="nl-NL" sz="2400" u="sng">
                <a:latin typeface="Arial" panose="020B0604020202020204" pitchFamily="34" charset="0"/>
                <a:cs typeface="Arial" panose="020B0604020202020204" pitchFamily="34" charset="0"/>
              </a:rPr>
              <a:t>:</a:t>
            </a:r>
          </a:p>
          <a:p>
            <a:pPr marL="0" indent="0">
              <a:buNone/>
            </a:pPr>
            <a:r>
              <a:rPr lang="nl-NL" sz="2000" b="1">
                <a:latin typeface="Arial" panose="020B0604020202020204" pitchFamily="34" charset="0"/>
                <a:cs typeface="Arial" panose="020B0604020202020204" pitchFamily="34" charset="0"/>
              </a:rPr>
              <a:t>1. </a:t>
            </a:r>
            <a:r>
              <a:rPr lang="fr-FR" sz="2000" b="1">
                <a:latin typeface="Arial" panose="020B0604020202020204" pitchFamily="34" charset="0"/>
                <a:cs typeface="Arial" panose="020B0604020202020204" pitchFamily="34" charset="0"/>
              </a:rPr>
              <a:t>Pilot </a:t>
            </a:r>
            <a:r>
              <a:rPr lang="fr-FR" sz="2000" b="1" err="1">
                <a:latin typeface="Arial" panose="020B0604020202020204" pitchFamily="34" charset="0"/>
                <a:cs typeface="Arial" panose="020B0604020202020204" pitchFamily="34" charset="0"/>
              </a:rPr>
              <a:t>experiment</a:t>
            </a:r>
            <a:r>
              <a:rPr lang="fr-FR" sz="2000" b="1">
                <a:latin typeface="Arial" panose="020B0604020202020204" pitchFamily="34" charset="0"/>
                <a:cs typeface="Arial" panose="020B0604020202020204" pitchFamily="34" charset="0"/>
              </a:rPr>
              <a:t> (5 t/m 11 </a:t>
            </a:r>
            <a:r>
              <a:rPr lang="fr-FR" sz="2000" b="1" err="1">
                <a:latin typeface="Arial" panose="020B0604020202020204" pitchFamily="34" charset="0"/>
                <a:cs typeface="Arial" panose="020B0604020202020204" pitchFamily="34" charset="0"/>
              </a:rPr>
              <a:t>nov</a:t>
            </a:r>
            <a:r>
              <a:rPr lang="fr-FR" sz="2000" b="1">
                <a:latin typeface="Arial" panose="020B0604020202020204" pitchFamily="34" charset="0"/>
                <a:cs typeface="Arial" panose="020B0604020202020204" pitchFamily="34" charset="0"/>
              </a:rPr>
              <a:t>)</a:t>
            </a:r>
            <a:endParaRPr lang="nl-NL" sz="2000" b="1">
              <a:latin typeface="Arial" panose="020B0604020202020204" pitchFamily="34" charset="0"/>
              <a:cs typeface="Arial" panose="020B0604020202020204" pitchFamily="34" charset="0"/>
            </a:endParaRPr>
          </a:p>
          <a:p>
            <a:pPr marL="0" indent="0">
              <a:buNone/>
            </a:pPr>
            <a:r>
              <a:rPr lang="nl-NL" sz="2000" b="1">
                <a:latin typeface="Arial" panose="020B0604020202020204" pitchFamily="34" charset="0"/>
                <a:cs typeface="Arial" panose="020B0604020202020204" pitchFamily="34" charset="0"/>
              </a:rPr>
              <a:t>2. Optimaliseren DNA isolatie (25 t/m 27 nov)</a:t>
            </a:r>
          </a:p>
          <a:p>
            <a:pPr marL="0" indent="0">
              <a:buNone/>
            </a:pPr>
            <a:r>
              <a:rPr lang="nl-NL" sz="2000" b="1">
                <a:latin typeface="Arial" panose="020B0604020202020204" pitchFamily="34" charset="0"/>
                <a:cs typeface="Arial" panose="020B0604020202020204" pitchFamily="34" charset="0"/>
              </a:rPr>
              <a:t>3. </a:t>
            </a:r>
            <a:r>
              <a:rPr lang="en-US" sz="2000" b="1">
                <a:latin typeface="Arial" panose="020B0604020202020204" pitchFamily="34" charset="0"/>
                <a:cs typeface="Arial" panose="020B0604020202020204" pitchFamily="34" charset="0"/>
              </a:rPr>
              <a:t>16s sequencing met </a:t>
            </a:r>
            <a:r>
              <a:rPr lang="en-US" sz="2000" b="1" err="1">
                <a:latin typeface="Arial" panose="020B0604020202020204" pitchFamily="34" charset="0"/>
                <a:cs typeface="Arial" panose="020B0604020202020204" pitchFamily="34" charset="0"/>
              </a:rPr>
              <a:t>parodontitis</a:t>
            </a:r>
            <a:r>
              <a:rPr lang="en-US" sz="2000" b="1">
                <a:latin typeface="Arial" panose="020B0604020202020204" pitchFamily="34" charset="0"/>
                <a:cs typeface="Arial" panose="020B0604020202020204" pitchFamily="34" charset="0"/>
              </a:rPr>
              <a:t> samples (9 t/m 12 dec) </a:t>
            </a:r>
            <a:endParaRPr lang="nl-NL" sz="2000" b="1">
              <a:latin typeface="Arial" panose="020B0604020202020204" pitchFamily="34" charset="0"/>
              <a:cs typeface="Arial" panose="020B0604020202020204" pitchFamily="34" charset="0"/>
            </a:endParaRPr>
          </a:p>
          <a:p>
            <a:endParaRPr lang="nl-NL" sz="2000">
              <a:latin typeface="Arial" panose="020B0604020202020204" pitchFamily="34" charset="0"/>
              <a:cs typeface="Arial" panose="020B0604020202020204" pitchFamily="34" charset="0"/>
            </a:endParaRPr>
          </a:p>
          <a:p>
            <a:pPr marL="0" indent="0">
              <a:buNone/>
            </a:pPr>
            <a:r>
              <a:rPr lang="nl-NL" sz="2400" u="sng" err="1">
                <a:latin typeface="Arial" panose="020B0604020202020204" pitchFamily="34" charset="0"/>
                <a:cs typeface="Arial" panose="020B0604020202020204" pitchFamily="34" charset="0"/>
              </a:rPr>
              <a:t>Whole</a:t>
            </a:r>
            <a:r>
              <a:rPr lang="nl-NL" sz="2400" u="sng">
                <a:latin typeface="Arial" panose="020B0604020202020204" pitchFamily="34" charset="0"/>
                <a:cs typeface="Arial" panose="020B0604020202020204" pitchFamily="34" charset="0"/>
              </a:rPr>
              <a:t> </a:t>
            </a:r>
            <a:r>
              <a:rPr lang="nl-NL" sz="2400" u="sng" err="1">
                <a:latin typeface="Arial" panose="020B0604020202020204" pitchFamily="34" charset="0"/>
                <a:cs typeface="Arial" panose="020B0604020202020204" pitchFamily="34" charset="0"/>
              </a:rPr>
              <a:t>genome</a:t>
            </a:r>
            <a:r>
              <a:rPr lang="nl-NL" sz="2400" u="sng">
                <a:latin typeface="Arial" panose="020B0604020202020204" pitchFamily="34" charset="0"/>
                <a:cs typeface="Arial" panose="020B0604020202020204" pitchFamily="34" charset="0"/>
              </a:rPr>
              <a:t> </a:t>
            </a:r>
            <a:r>
              <a:rPr lang="nl-NL" sz="2400" u="sng" err="1">
                <a:latin typeface="Arial" panose="020B0604020202020204" pitchFamily="34" charset="0"/>
                <a:cs typeface="Arial" panose="020B0604020202020204" pitchFamily="34" charset="0"/>
              </a:rPr>
              <a:t>sequencing</a:t>
            </a:r>
            <a:r>
              <a:rPr lang="nl-NL" sz="2400" u="sng">
                <a:latin typeface="Arial" panose="020B0604020202020204" pitchFamily="34" charset="0"/>
                <a:cs typeface="Arial" panose="020B0604020202020204" pitchFamily="34" charset="0"/>
              </a:rPr>
              <a:t>:</a:t>
            </a:r>
          </a:p>
          <a:p>
            <a:pPr marL="0" indent="0">
              <a:buNone/>
            </a:pPr>
            <a:r>
              <a:rPr lang="nl-NL" sz="2000">
                <a:latin typeface="Arial" panose="020B0604020202020204" pitchFamily="34" charset="0"/>
                <a:cs typeface="Arial" panose="020B0604020202020204" pitchFamily="34" charset="0"/>
              </a:rPr>
              <a:t>1. </a:t>
            </a:r>
            <a:r>
              <a:rPr lang="fr-FR" sz="2000">
                <a:latin typeface="Arial" panose="020B0604020202020204" pitchFamily="34" charset="0"/>
                <a:cs typeface="Arial" panose="020B0604020202020204" pitchFamily="34" charset="0"/>
              </a:rPr>
              <a:t>Pilot </a:t>
            </a:r>
            <a:r>
              <a:rPr lang="fr-FR" sz="2000" err="1">
                <a:latin typeface="Arial" panose="020B0604020202020204" pitchFamily="34" charset="0"/>
                <a:cs typeface="Arial" panose="020B0604020202020204" pitchFamily="34" charset="0"/>
              </a:rPr>
              <a:t>experiment</a:t>
            </a:r>
            <a:r>
              <a:rPr lang="fr-FR" sz="2000">
                <a:latin typeface="Arial" panose="020B0604020202020204" pitchFamily="34" charset="0"/>
                <a:cs typeface="Arial" panose="020B0604020202020204" pitchFamily="34" charset="0"/>
              </a:rPr>
              <a:t> (13 t/m 21 </a:t>
            </a:r>
            <a:r>
              <a:rPr lang="fr-FR" sz="2000" err="1">
                <a:latin typeface="Arial" panose="020B0604020202020204" pitchFamily="34" charset="0"/>
                <a:cs typeface="Arial" panose="020B0604020202020204" pitchFamily="34" charset="0"/>
              </a:rPr>
              <a:t>nov</a:t>
            </a:r>
            <a:r>
              <a:rPr lang="fr-FR" sz="2000">
                <a:latin typeface="Arial" panose="020B0604020202020204" pitchFamily="34" charset="0"/>
                <a:cs typeface="Arial" panose="020B0604020202020204" pitchFamily="34" charset="0"/>
              </a:rPr>
              <a:t>)</a:t>
            </a:r>
            <a:endParaRPr lang="nl-NL" sz="2000">
              <a:latin typeface="Arial" panose="020B0604020202020204" pitchFamily="34" charset="0"/>
              <a:cs typeface="Arial" panose="020B0604020202020204" pitchFamily="34" charset="0"/>
            </a:endParaRPr>
          </a:p>
          <a:p>
            <a:pPr marL="0" indent="0">
              <a:buNone/>
            </a:pPr>
            <a:r>
              <a:rPr lang="nl-NL" sz="2000">
                <a:latin typeface="Arial" panose="020B0604020202020204" pitchFamily="34" charset="0"/>
                <a:cs typeface="Arial" panose="020B0604020202020204" pitchFamily="34" charset="0"/>
              </a:rPr>
              <a:t>2. Herhaling </a:t>
            </a:r>
            <a:r>
              <a:rPr lang="nl-NL" sz="2000" err="1">
                <a:latin typeface="Arial" panose="020B0604020202020204" pitchFamily="34" charset="0"/>
                <a:cs typeface="Arial" panose="020B0604020202020204" pitchFamily="34" charset="0"/>
              </a:rPr>
              <a:t>whole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genome</a:t>
            </a:r>
            <a:r>
              <a:rPr lang="nl-NL" sz="2000">
                <a:latin typeface="Arial" panose="020B0604020202020204" pitchFamily="34" charset="0"/>
                <a:cs typeface="Arial" panose="020B0604020202020204" pitchFamily="34" charset="0"/>
              </a:rPr>
              <a:t> </a:t>
            </a:r>
            <a:r>
              <a:rPr lang="nl-NL" sz="2000" err="1">
                <a:latin typeface="Arial" panose="020B0604020202020204" pitchFamily="34" charset="0"/>
                <a:cs typeface="Arial" panose="020B0604020202020204" pitchFamily="34" charset="0"/>
              </a:rPr>
              <a:t>sequencing</a:t>
            </a:r>
            <a:r>
              <a:rPr lang="nl-NL" sz="2000">
                <a:latin typeface="Arial" panose="020B0604020202020204" pitchFamily="34" charset="0"/>
                <a:cs typeface="Arial" panose="020B0604020202020204" pitchFamily="34" charset="0"/>
              </a:rPr>
              <a:t> validatie (2 t/m 4 dec)</a:t>
            </a:r>
          </a:p>
          <a:p>
            <a:pPr marL="0" indent="0">
              <a:buNone/>
            </a:pPr>
            <a:r>
              <a:rPr lang="nl-NL" sz="2000">
                <a:latin typeface="Arial" panose="020B0604020202020204" pitchFamily="34" charset="0"/>
                <a:cs typeface="Arial" panose="020B0604020202020204" pitchFamily="34" charset="0"/>
              </a:rPr>
              <a:t>3. </a:t>
            </a:r>
            <a:r>
              <a:rPr lang="fr-FR" sz="2000">
                <a:latin typeface="Arial" panose="020B0604020202020204" pitchFamily="34" charset="0"/>
                <a:cs typeface="Arial" panose="020B0604020202020204" pitchFamily="34" charset="0"/>
              </a:rPr>
              <a:t>16s </a:t>
            </a:r>
            <a:r>
              <a:rPr lang="fr-FR" sz="2000" err="1">
                <a:latin typeface="Arial" panose="020B0604020202020204" pitchFamily="34" charset="0"/>
                <a:cs typeface="Arial" panose="020B0604020202020204" pitchFamily="34" charset="0"/>
              </a:rPr>
              <a:t>sequencing</a:t>
            </a:r>
            <a:r>
              <a:rPr lang="fr-FR" sz="2000">
                <a:latin typeface="Arial" panose="020B0604020202020204" pitchFamily="34" charset="0"/>
                <a:cs typeface="Arial" panose="020B0604020202020204" pitchFamily="34" charset="0"/>
              </a:rPr>
              <a:t> met </a:t>
            </a:r>
            <a:r>
              <a:rPr lang="fr-FR" sz="2000" err="1">
                <a:latin typeface="Arial" panose="020B0604020202020204" pitchFamily="34" charset="0"/>
                <a:cs typeface="Arial" panose="020B0604020202020204" pitchFamily="34" charset="0"/>
              </a:rPr>
              <a:t>parodontitis</a:t>
            </a:r>
            <a:r>
              <a:rPr lang="fr-FR" sz="2000">
                <a:latin typeface="Arial" panose="020B0604020202020204" pitchFamily="34" charset="0"/>
                <a:cs typeface="Arial" panose="020B0604020202020204" pitchFamily="34" charset="0"/>
              </a:rPr>
              <a:t> </a:t>
            </a:r>
            <a:r>
              <a:rPr lang="fr-FR" sz="2000" err="1">
                <a:latin typeface="Arial" panose="020B0604020202020204" pitchFamily="34" charset="0"/>
                <a:cs typeface="Arial" panose="020B0604020202020204" pitchFamily="34" charset="0"/>
              </a:rPr>
              <a:t>samples</a:t>
            </a:r>
            <a:r>
              <a:rPr lang="fr-FR" sz="2000">
                <a:latin typeface="Arial" panose="020B0604020202020204" pitchFamily="34" charset="0"/>
                <a:cs typeface="Arial" panose="020B0604020202020204" pitchFamily="34" charset="0"/>
              </a:rPr>
              <a:t> (17 t/m 19 </a:t>
            </a:r>
            <a:r>
              <a:rPr lang="fr-FR" sz="2000" err="1">
                <a:latin typeface="Arial" panose="020B0604020202020204" pitchFamily="34" charset="0"/>
                <a:cs typeface="Arial" panose="020B0604020202020204" pitchFamily="34" charset="0"/>
              </a:rPr>
              <a:t>dec</a:t>
            </a:r>
            <a:r>
              <a:rPr lang="fr-FR" sz="2000">
                <a:latin typeface="Arial" panose="020B0604020202020204" pitchFamily="34" charset="0"/>
                <a:cs typeface="Arial" panose="020B0604020202020204" pitchFamily="34" charset="0"/>
              </a:rPr>
              <a:t>) </a:t>
            </a:r>
          </a:p>
          <a:p>
            <a:pPr marL="0" indent="0">
              <a:buNone/>
            </a:pPr>
            <a:endParaRPr lang="nl-NL" sz="2000">
              <a:latin typeface="Arial" panose="020B0604020202020204" pitchFamily="34" charset="0"/>
              <a:cs typeface="Arial" panose="020B0604020202020204" pitchFamily="34" charset="0"/>
            </a:endParaRPr>
          </a:p>
        </p:txBody>
      </p:sp>
      <p:sp>
        <p:nvSpPr>
          <p:cNvPr id="6" name="Tekstvak 5">
            <a:extLst>
              <a:ext uri="{FF2B5EF4-FFF2-40B4-BE49-F238E27FC236}">
                <a16:creationId xmlns:a16="http://schemas.microsoft.com/office/drawing/2014/main" id="{4D86DB5B-8D11-A0FE-CE28-03A4B2782A8D}"/>
              </a:ext>
            </a:extLst>
          </p:cNvPr>
          <p:cNvSpPr txBox="1"/>
          <p:nvPr/>
        </p:nvSpPr>
        <p:spPr>
          <a:xfrm>
            <a:off x="3888285" y="767224"/>
            <a:ext cx="4862578" cy="523220"/>
          </a:xfrm>
          <a:prstGeom prst="rect">
            <a:avLst/>
          </a:prstGeom>
          <a:noFill/>
        </p:spPr>
        <p:txBody>
          <a:bodyPr wrap="square" rtlCol="0">
            <a:spAutoFit/>
          </a:bodyPr>
          <a:lstStyle/>
          <a:p>
            <a:pPr algn="ctr"/>
            <a:r>
              <a:rPr lang="nl-NL" sz="2800">
                <a:solidFill>
                  <a:schemeClr val="bg1"/>
                </a:solidFill>
                <a:latin typeface="Arial" panose="020B0604020202020204" pitchFamily="34" charset="0"/>
                <a:cs typeface="Arial" panose="020B0604020202020204" pitchFamily="34" charset="0"/>
              </a:rPr>
              <a:t>Uitgevoerde experimenten</a:t>
            </a:r>
          </a:p>
        </p:txBody>
      </p:sp>
      <p:sp>
        <p:nvSpPr>
          <p:cNvPr id="4" name="Tijdelijke aanduiding voor dianummer 3">
            <a:extLst>
              <a:ext uri="{FF2B5EF4-FFF2-40B4-BE49-F238E27FC236}">
                <a16:creationId xmlns:a16="http://schemas.microsoft.com/office/drawing/2014/main" id="{168514DE-DD0D-6677-A596-9CD0EA13EE82}"/>
              </a:ext>
            </a:extLst>
          </p:cNvPr>
          <p:cNvSpPr>
            <a:spLocks noGrp="1"/>
          </p:cNvSpPr>
          <p:nvPr>
            <p:ph type="sldNum" sz="quarter" idx="12"/>
          </p:nvPr>
        </p:nvSpPr>
        <p:spPr/>
        <p:txBody>
          <a:bodyPr/>
          <a:lstStyle/>
          <a:p>
            <a:fld id="{848E61ED-401C-4DAC-AB76-B5DE53166C55}" type="slidenum">
              <a:rPr lang="nl-NL" smtClean="0"/>
              <a:t>9</a:t>
            </a:fld>
            <a:endParaRPr lang="nl-NL"/>
          </a:p>
        </p:txBody>
      </p:sp>
    </p:spTree>
    <p:extLst>
      <p:ext uri="{BB962C8B-B14F-4D97-AF65-F5344CB8AC3E}">
        <p14:creationId xmlns:p14="http://schemas.microsoft.com/office/powerpoint/2010/main" val="1053539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B4F047-681B-A35F-467F-D12D28582C5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A47AE0-D994-C0E7-9372-2D965146F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8C0FB74-FE74-55AA-FD98-FF5BAA477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D0EFFD7-CB3B-102F-48C1-692F962B3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7D284CC-374A-98D6-538A-B232A9402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AF0CD7F-7751-D6E5-C870-50EE7283B0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A0354A7-943D-ED1E-FDF2-3DBF2829417C}"/>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a:cs typeface="Arial"/>
              </a:rPr>
              <a:t>Materiaal &amp; Methode</a:t>
            </a:r>
          </a:p>
        </p:txBody>
      </p:sp>
      <p:sp>
        <p:nvSpPr>
          <p:cNvPr id="3" name="Tijdelijke aanduiding voor inhoud 2">
            <a:extLst>
              <a:ext uri="{FF2B5EF4-FFF2-40B4-BE49-F238E27FC236}">
                <a16:creationId xmlns:a16="http://schemas.microsoft.com/office/drawing/2014/main" id="{70607AC7-F524-2D3C-7E17-9A87C5353B28}"/>
              </a:ext>
            </a:extLst>
          </p:cNvPr>
          <p:cNvSpPr>
            <a:spLocks noGrp="1"/>
          </p:cNvSpPr>
          <p:nvPr>
            <p:ph idx="1"/>
          </p:nvPr>
        </p:nvSpPr>
        <p:spPr>
          <a:xfrm>
            <a:off x="1371599" y="1885279"/>
            <a:ext cx="9724031" cy="4647868"/>
          </a:xfrm>
        </p:spPr>
        <p:txBody>
          <a:bodyPr anchor="t">
            <a:normAutofit/>
          </a:bodyPr>
          <a:lstStyle/>
          <a:p>
            <a:r>
              <a:rPr lang="en-US" sz="2400"/>
              <a:t>DNA </a:t>
            </a:r>
            <a:r>
              <a:rPr lang="en-US" sz="2400" err="1"/>
              <a:t>isolatie</a:t>
            </a:r>
            <a:r>
              <a:rPr lang="en-US" sz="2400"/>
              <a:t>/extractive:</a:t>
            </a:r>
          </a:p>
          <a:p>
            <a:pPr lvl="1">
              <a:buFont typeface="Courier New" panose="020B0604020202020204" pitchFamily="34" charset="0"/>
              <a:buChar char="o"/>
            </a:pPr>
            <a:r>
              <a:rPr lang="en-US" sz="2000" err="1"/>
              <a:t>Zymobiomics</a:t>
            </a:r>
            <a:r>
              <a:rPr lang="en-US" sz="2000"/>
              <a:t> &amp; ATCC</a:t>
            </a:r>
          </a:p>
          <a:p>
            <a:pPr lvl="1">
              <a:buFont typeface="Courier New" panose="020B0604020202020204" pitchFamily="34" charset="0"/>
              <a:buChar char="o"/>
            </a:pPr>
            <a:r>
              <a:rPr lang="en-US" sz="2000"/>
              <a:t>Controle Qubit &amp; nanodrop &amp; Qubit</a:t>
            </a:r>
          </a:p>
          <a:p>
            <a:r>
              <a:rPr lang="en-US" sz="2400"/>
              <a:t>Barcoding:</a:t>
            </a:r>
          </a:p>
          <a:p>
            <a:pPr lvl="1">
              <a:buFont typeface="Courier New" panose="020B0604020202020204" pitchFamily="34" charset="0"/>
              <a:buChar char="o"/>
            </a:pPr>
            <a:r>
              <a:rPr lang="en-US" sz="2000" err="1"/>
              <a:t>Verschil</a:t>
            </a:r>
            <a:r>
              <a:rPr lang="en-US" sz="2000"/>
              <a:t> met </a:t>
            </a:r>
            <a:r>
              <a:rPr lang="en-US" sz="2000" err="1"/>
              <a:t>wgs</a:t>
            </a:r>
            <a:endParaRPr lang="en-US" sz="2000"/>
          </a:p>
          <a:p>
            <a:pPr lvl="1">
              <a:buFont typeface="Courier New" panose="020B0604020202020204" pitchFamily="34" charset="0"/>
              <a:buChar char="o"/>
            </a:pPr>
            <a:r>
              <a:rPr lang="en-US" sz="2000"/>
              <a:t>DNA library</a:t>
            </a:r>
          </a:p>
          <a:p>
            <a:r>
              <a:rPr lang="en-US" sz="2400"/>
              <a:t>Laden </a:t>
            </a:r>
            <a:r>
              <a:rPr lang="en-US" sz="2400" err="1"/>
              <a:t>flowcell</a:t>
            </a:r>
            <a:endParaRPr lang="en-US" sz="2400"/>
          </a:p>
          <a:p>
            <a:r>
              <a:rPr lang="en-US" sz="2400" err="1"/>
              <a:t>Rstudio</a:t>
            </a:r>
            <a:endParaRPr lang="en-US" sz="2400"/>
          </a:p>
          <a:p>
            <a:endParaRPr lang="en-US" sz="2400"/>
          </a:p>
          <a:p>
            <a:endParaRPr lang="nl-NL" sz="2000">
              <a:latin typeface="Arial" panose="020B0604020202020204" pitchFamily="34" charset="0"/>
              <a:cs typeface="Arial" panose="020B0604020202020204" pitchFamily="34" charset="0"/>
            </a:endParaRPr>
          </a:p>
        </p:txBody>
      </p:sp>
      <p:sp>
        <p:nvSpPr>
          <p:cNvPr id="4" name="Tijdelijke aanduiding voor dianummer 3">
            <a:extLst>
              <a:ext uri="{FF2B5EF4-FFF2-40B4-BE49-F238E27FC236}">
                <a16:creationId xmlns:a16="http://schemas.microsoft.com/office/drawing/2014/main" id="{681D5625-FC47-96A7-BBCD-6D0DA3982B76}"/>
              </a:ext>
            </a:extLst>
          </p:cNvPr>
          <p:cNvSpPr>
            <a:spLocks noGrp="1"/>
          </p:cNvSpPr>
          <p:nvPr>
            <p:ph type="sldNum" sz="quarter" idx="12"/>
          </p:nvPr>
        </p:nvSpPr>
        <p:spPr/>
        <p:txBody>
          <a:bodyPr/>
          <a:lstStyle/>
          <a:p>
            <a:fld id="{848E61ED-401C-4DAC-AB76-B5DE53166C55}" type="slidenum">
              <a:rPr lang="nl-NL" smtClean="0"/>
              <a:t>10</a:t>
            </a:fld>
            <a:endParaRPr lang="nl-NL"/>
          </a:p>
        </p:txBody>
      </p:sp>
      <p:pic>
        <p:nvPicPr>
          <p:cNvPr id="6" name="Afbeelding 5">
            <a:extLst>
              <a:ext uri="{FF2B5EF4-FFF2-40B4-BE49-F238E27FC236}">
                <a16:creationId xmlns:a16="http://schemas.microsoft.com/office/drawing/2014/main" id="{4F4BF94A-313F-956C-0637-685AF4D9BB90}"/>
              </a:ext>
            </a:extLst>
          </p:cNvPr>
          <p:cNvPicPr>
            <a:picLocks noChangeAspect="1"/>
          </p:cNvPicPr>
          <p:nvPr/>
        </p:nvPicPr>
        <p:blipFill>
          <a:blip r:embed="rId3"/>
          <a:stretch>
            <a:fillRect/>
          </a:stretch>
        </p:blipFill>
        <p:spPr>
          <a:xfrm>
            <a:off x="7447208" y="4103750"/>
            <a:ext cx="3648422" cy="2449055"/>
          </a:xfrm>
          <a:prstGeom prst="rect">
            <a:avLst/>
          </a:prstGeom>
        </p:spPr>
      </p:pic>
      <p:sp>
        <p:nvSpPr>
          <p:cNvPr id="8" name="Tekstvak 7">
            <a:extLst>
              <a:ext uri="{FF2B5EF4-FFF2-40B4-BE49-F238E27FC236}">
                <a16:creationId xmlns:a16="http://schemas.microsoft.com/office/drawing/2014/main" id="{CE0EC7AF-FC79-4B6D-2821-6A347A81ACB1}"/>
              </a:ext>
            </a:extLst>
          </p:cNvPr>
          <p:cNvSpPr txBox="1"/>
          <p:nvPr/>
        </p:nvSpPr>
        <p:spPr>
          <a:xfrm>
            <a:off x="7447208" y="6349659"/>
            <a:ext cx="6098874" cy="246221"/>
          </a:xfrm>
          <a:prstGeom prst="rect">
            <a:avLst/>
          </a:prstGeom>
          <a:noFill/>
        </p:spPr>
        <p:txBody>
          <a:bodyPr wrap="square">
            <a:spAutoFit/>
          </a:bodyPr>
          <a:lstStyle/>
          <a:p>
            <a:r>
              <a:rPr lang="nl-NL" sz="1000">
                <a:latin typeface="Arial" panose="020B0604020202020204" pitchFamily="34" charset="0"/>
                <a:cs typeface="Arial" panose="020B0604020202020204" pitchFamily="34" charset="0"/>
              </a:rPr>
              <a:t>Figuur 3: </a:t>
            </a:r>
            <a:r>
              <a:rPr lang="nl-NL" sz="1000" err="1">
                <a:latin typeface="Arial" panose="020B0604020202020204" pitchFamily="34" charset="0"/>
                <a:cs typeface="Arial" panose="020B0604020202020204" pitchFamily="34" charset="0"/>
              </a:rPr>
              <a:t>minION</a:t>
            </a:r>
            <a:r>
              <a:rPr lang="nl-NL" sz="1000">
                <a:latin typeface="Arial" panose="020B0604020202020204" pitchFamily="34" charset="0"/>
                <a:cs typeface="Arial" panose="020B0604020202020204" pitchFamily="34" charset="0"/>
              </a:rPr>
              <a:t> mk1b (nanoporetech.com, </a:t>
            </a:r>
            <a:r>
              <a:rPr lang="nl-NL" sz="1000" err="1">
                <a:latin typeface="Arial" panose="020B0604020202020204" pitchFamily="34" charset="0"/>
                <a:cs typeface="Arial" panose="020B0604020202020204" pitchFamily="34" charset="0"/>
              </a:rPr>
              <a:t>z.d.</a:t>
            </a:r>
            <a:r>
              <a:rPr lang="nl-NL" sz="10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1668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58DD4-91C3-5A33-AE1E-6D6C581DA8FA}"/>
            </a:ext>
          </a:extLst>
        </p:cNvPr>
        <p:cNvGrpSpPr/>
        <p:nvPr/>
      </p:nvGrpSpPr>
      <p:grpSpPr>
        <a:xfrm>
          <a:off x="0" y="0"/>
          <a:ext cx="0" cy="0"/>
          <a:chOff x="0" y="0"/>
          <a:chExt cx="0" cy="0"/>
        </a:xfrm>
      </p:grpSpPr>
      <p:pic>
        <p:nvPicPr>
          <p:cNvPr id="9" name="Picture 8" descr="A graph with green dots&#10;&#10;AI-generated content may be incorrect.">
            <a:extLst>
              <a:ext uri="{FF2B5EF4-FFF2-40B4-BE49-F238E27FC236}">
                <a16:creationId xmlns:a16="http://schemas.microsoft.com/office/drawing/2014/main" id="{8F5CC72C-9129-8E20-9361-2912877EDC3A}"/>
              </a:ext>
            </a:extLst>
          </p:cNvPr>
          <p:cNvPicPr>
            <a:picLocks noChangeAspect="1"/>
          </p:cNvPicPr>
          <p:nvPr/>
        </p:nvPicPr>
        <p:blipFill>
          <a:blip r:embed="rId2"/>
          <a:stretch>
            <a:fillRect/>
          </a:stretch>
        </p:blipFill>
        <p:spPr>
          <a:xfrm>
            <a:off x="0" y="963922"/>
            <a:ext cx="12192000" cy="2674637"/>
          </a:xfrm>
          <a:prstGeom prst="rect">
            <a:avLst/>
          </a:prstGeom>
        </p:spPr>
      </p:pic>
      <p:pic>
        <p:nvPicPr>
          <p:cNvPr id="10" name="Picture 9" descr="A graph with green dots&#10;&#10;AI-generated content may be incorrect.">
            <a:extLst>
              <a:ext uri="{FF2B5EF4-FFF2-40B4-BE49-F238E27FC236}">
                <a16:creationId xmlns:a16="http://schemas.microsoft.com/office/drawing/2014/main" id="{E81CF3BC-DB2C-2167-6AFB-1F569F6F897D}"/>
              </a:ext>
            </a:extLst>
          </p:cNvPr>
          <p:cNvPicPr>
            <a:picLocks noChangeAspect="1"/>
          </p:cNvPicPr>
          <p:nvPr/>
        </p:nvPicPr>
        <p:blipFill>
          <a:blip r:embed="rId3"/>
          <a:stretch>
            <a:fillRect/>
          </a:stretch>
        </p:blipFill>
        <p:spPr>
          <a:xfrm>
            <a:off x="0" y="3977560"/>
            <a:ext cx="12192000" cy="2784000"/>
          </a:xfrm>
          <a:prstGeom prst="rect">
            <a:avLst/>
          </a:prstGeom>
        </p:spPr>
      </p:pic>
      <p:sp>
        <p:nvSpPr>
          <p:cNvPr id="2" name="Titel 1">
            <a:extLst>
              <a:ext uri="{FF2B5EF4-FFF2-40B4-BE49-F238E27FC236}">
                <a16:creationId xmlns:a16="http://schemas.microsoft.com/office/drawing/2014/main" id="{F85B26A9-FF49-559C-C17B-858C6A961E3D}"/>
              </a:ext>
            </a:extLst>
          </p:cNvPr>
          <p:cNvSpPr>
            <a:spLocks noGrp="1"/>
          </p:cNvSpPr>
          <p:nvPr>
            <p:ph type="title"/>
          </p:nvPr>
        </p:nvSpPr>
        <p:spPr>
          <a:xfrm>
            <a:off x="65313" y="355173"/>
            <a:ext cx="12061371" cy="609600"/>
          </a:xfrm>
        </p:spPr>
        <p:txBody>
          <a:bodyPr>
            <a:noAutofit/>
          </a:bodyPr>
          <a:lstStyle/>
          <a:p>
            <a:pPr algn="ctr"/>
            <a:r>
              <a:rPr lang="nl-NL" sz="3200" b="1">
                <a:latin typeface="Arial"/>
                <a:cs typeface="Arial"/>
              </a:rPr>
              <a:t>Resultaten Validatie</a:t>
            </a:r>
            <a:endParaRPr lang="nl-NL" sz="3200" b="1">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78F7EED9-A8D8-2438-7CAE-6745B53DC0DA}"/>
              </a:ext>
            </a:extLst>
          </p:cNvPr>
          <p:cNvSpPr txBox="1"/>
          <p:nvPr/>
        </p:nvSpPr>
        <p:spPr>
          <a:xfrm>
            <a:off x="9073909" y="1194379"/>
            <a:ext cx="3048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err="1"/>
              <a:t>Figuur</a:t>
            </a:r>
            <a:r>
              <a:rPr lang="en-US" sz="1400"/>
              <a:t> 4: </a:t>
            </a:r>
            <a:r>
              <a:rPr lang="en-US" sz="1400" err="1"/>
              <a:t>NanoPlot</a:t>
            </a:r>
            <a:r>
              <a:rPr lang="en-US" sz="1400"/>
              <a:t> van </a:t>
            </a:r>
            <a:r>
              <a:rPr lang="en-US" sz="1400" err="1"/>
              <a:t>ongefilterde</a:t>
            </a:r>
            <a:r>
              <a:rPr lang="en-US" sz="1400"/>
              <a:t> barcode_merge09-12.</a:t>
            </a:r>
          </a:p>
          <a:p>
            <a:r>
              <a:rPr lang="en-US" sz="1400" err="1"/>
              <a:t>Validatie</a:t>
            </a:r>
            <a:r>
              <a:rPr lang="en-US" sz="1400"/>
              <a:t> experiment 1.</a:t>
            </a:r>
          </a:p>
        </p:txBody>
      </p:sp>
      <p:sp>
        <p:nvSpPr>
          <p:cNvPr id="12" name="TextBox 11">
            <a:extLst>
              <a:ext uri="{FF2B5EF4-FFF2-40B4-BE49-F238E27FC236}">
                <a16:creationId xmlns:a16="http://schemas.microsoft.com/office/drawing/2014/main" id="{B8A56AC8-8EDE-11AA-5ECC-4729A3285A83}"/>
              </a:ext>
            </a:extLst>
          </p:cNvPr>
          <p:cNvSpPr txBox="1"/>
          <p:nvPr/>
        </p:nvSpPr>
        <p:spPr>
          <a:xfrm>
            <a:off x="9073908" y="4145923"/>
            <a:ext cx="3048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err="1"/>
              <a:t>Figuur</a:t>
            </a:r>
            <a:r>
              <a:rPr lang="en-US" sz="1400"/>
              <a:t> 5: </a:t>
            </a:r>
            <a:r>
              <a:rPr lang="en-US" sz="1400" err="1"/>
              <a:t>NanoPlot</a:t>
            </a:r>
            <a:r>
              <a:rPr lang="en-US" sz="1400"/>
              <a:t> van </a:t>
            </a:r>
            <a:r>
              <a:rPr lang="en-US" sz="1400" err="1"/>
              <a:t>ongefilterde</a:t>
            </a:r>
            <a:r>
              <a:rPr lang="en-US" sz="1400"/>
              <a:t> barcode_merge06-07-08-15-16-17. </a:t>
            </a:r>
            <a:r>
              <a:rPr lang="en-US" sz="1400" err="1"/>
              <a:t>Validatie</a:t>
            </a:r>
            <a:r>
              <a:rPr lang="en-US" sz="1400"/>
              <a:t> experiment 2.</a:t>
            </a:r>
          </a:p>
        </p:txBody>
      </p:sp>
    </p:spTree>
    <p:extLst>
      <p:ext uri="{BB962C8B-B14F-4D97-AF65-F5344CB8AC3E}">
        <p14:creationId xmlns:p14="http://schemas.microsoft.com/office/powerpoint/2010/main" val="1435532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839F9E-091E-FD4C-1D2E-F35F5D972874}"/>
              </a:ext>
            </a:extLst>
          </p:cNvPr>
          <p:cNvPicPr>
            <a:picLocks noChangeAspect="1"/>
          </p:cNvPicPr>
          <p:nvPr/>
        </p:nvPicPr>
        <p:blipFill>
          <a:blip r:embed="rId2"/>
          <a:stretch>
            <a:fillRect/>
          </a:stretch>
        </p:blipFill>
        <p:spPr>
          <a:xfrm>
            <a:off x="0" y="964773"/>
            <a:ext cx="12192000" cy="2640349"/>
          </a:xfrm>
          <a:prstGeom prst="rect">
            <a:avLst/>
          </a:prstGeom>
        </p:spPr>
      </p:pic>
      <p:pic>
        <p:nvPicPr>
          <p:cNvPr id="11" name="Picture 10" descr="A graph with green and blue dots&#10;&#10;AI-generated content may be incorrect.">
            <a:extLst>
              <a:ext uri="{FF2B5EF4-FFF2-40B4-BE49-F238E27FC236}">
                <a16:creationId xmlns:a16="http://schemas.microsoft.com/office/drawing/2014/main" id="{73E99C1C-3EB0-4761-9BEC-7E88DEC72F83}"/>
              </a:ext>
            </a:extLst>
          </p:cNvPr>
          <p:cNvPicPr>
            <a:picLocks noChangeAspect="1"/>
          </p:cNvPicPr>
          <p:nvPr/>
        </p:nvPicPr>
        <p:blipFill>
          <a:blip r:embed="rId3"/>
          <a:stretch>
            <a:fillRect/>
          </a:stretch>
        </p:blipFill>
        <p:spPr>
          <a:xfrm>
            <a:off x="0" y="3958018"/>
            <a:ext cx="12192000" cy="2761611"/>
          </a:xfrm>
          <a:prstGeom prst="rect">
            <a:avLst/>
          </a:prstGeom>
        </p:spPr>
      </p:pic>
      <p:sp>
        <p:nvSpPr>
          <p:cNvPr id="4" name="Slide Number Placeholder 3">
            <a:extLst>
              <a:ext uri="{FF2B5EF4-FFF2-40B4-BE49-F238E27FC236}">
                <a16:creationId xmlns:a16="http://schemas.microsoft.com/office/drawing/2014/main" id="{A28FFB8A-5AB4-0EB3-0535-3DC59DF1C2E3}"/>
              </a:ext>
            </a:extLst>
          </p:cNvPr>
          <p:cNvSpPr>
            <a:spLocks noGrp="1"/>
          </p:cNvSpPr>
          <p:nvPr>
            <p:ph type="sldNum" sz="quarter" idx="12"/>
          </p:nvPr>
        </p:nvSpPr>
        <p:spPr/>
        <p:txBody>
          <a:bodyPr/>
          <a:lstStyle/>
          <a:p>
            <a:fld id="{848E61ED-401C-4DAC-AB76-B5DE53166C55}" type="slidenum">
              <a:rPr lang="nl-NL" smtClean="0"/>
              <a:t>12</a:t>
            </a:fld>
            <a:endParaRPr lang="nl-NL"/>
          </a:p>
        </p:txBody>
      </p:sp>
      <p:sp>
        <p:nvSpPr>
          <p:cNvPr id="10" name="Titel 1">
            <a:extLst>
              <a:ext uri="{FF2B5EF4-FFF2-40B4-BE49-F238E27FC236}">
                <a16:creationId xmlns:a16="http://schemas.microsoft.com/office/drawing/2014/main" id="{964CBD4A-CB27-9772-CF1C-236282EE0923}"/>
              </a:ext>
            </a:extLst>
          </p:cNvPr>
          <p:cNvSpPr>
            <a:spLocks noGrp="1"/>
          </p:cNvSpPr>
          <p:nvPr>
            <p:ph type="title"/>
          </p:nvPr>
        </p:nvSpPr>
        <p:spPr>
          <a:xfrm>
            <a:off x="65313" y="355173"/>
            <a:ext cx="12061371" cy="609600"/>
          </a:xfrm>
        </p:spPr>
        <p:txBody>
          <a:bodyPr>
            <a:noAutofit/>
          </a:bodyPr>
          <a:lstStyle/>
          <a:p>
            <a:pPr algn="ctr"/>
            <a:r>
              <a:rPr lang="nl-NL" sz="3200" b="1">
                <a:latin typeface="Arial"/>
                <a:cs typeface="Arial"/>
              </a:rPr>
              <a:t>Resultaten Validatie</a:t>
            </a:r>
            <a:endParaRPr lang="nl-NL" sz="3200" b="1">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CF823E2-9294-35B6-82B3-14D9636DD4F0}"/>
              </a:ext>
            </a:extLst>
          </p:cNvPr>
          <p:cNvSpPr txBox="1"/>
          <p:nvPr/>
        </p:nvSpPr>
        <p:spPr>
          <a:xfrm>
            <a:off x="9115062" y="1109240"/>
            <a:ext cx="301906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err="1">
                <a:latin typeface="Arial" panose="020B0604020202020204" pitchFamily="34" charset="0"/>
                <a:cs typeface="Arial" panose="020B0604020202020204" pitchFamily="34" charset="0"/>
              </a:rPr>
              <a:t>Figuur</a:t>
            </a:r>
            <a:r>
              <a:rPr lang="en-US" sz="1400">
                <a:latin typeface="Arial" panose="020B0604020202020204" pitchFamily="34" charset="0"/>
                <a:cs typeface="Arial" panose="020B0604020202020204" pitchFamily="34" charset="0"/>
              </a:rPr>
              <a:t> 6: </a:t>
            </a:r>
            <a:r>
              <a:rPr lang="en-US" sz="1400" err="1">
                <a:latin typeface="Arial" panose="020B0604020202020204" pitchFamily="34" charset="0"/>
                <a:cs typeface="Arial" panose="020B0604020202020204" pitchFamily="34" charset="0"/>
              </a:rPr>
              <a:t>Nanoplot</a:t>
            </a:r>
            <a:r>
              <a:rPr lang="en-US" sz="1400">
                <a:latin typeface="Arial" panose="020B0604020202020204" pitchFamily="34" charset="0"/>
                <a:cs typeface="Arial" panose="020B0604020202020204" pitchFamily="34" charset="0"/>
              </a:rPr>
              <a:t> van </a:t>
            </a:r>
            <a:r>
              <a:rPr lang="en-US" sz="1400" err="1">
                <a:latin typeface="Arial" panose="020B0604020202020204" pitchFamily="34" charset="0"/>
                <a:cs typeface="Arial" panose="020B0604020202020204" pitchFamily="34" charset="0"/>
              </a:rPr>
              <a:t>gefilterde</a:t>
            </a:r>
            <a:r>
              <a:rPr lang="en-US" sz="1400">
                <a:latin typeface="Arial" panose="020B0604020202020204" pitchFamily="34" charset="0"/>
                <a:cs typeface="Arial" panose="020B0604020202020204" pitchFamily="34" charset="0"/>
              </a:rPr>
              <a:t> barcode_merge09-12.</a:t>
            </a:r>
          </a:p>
          <a:p>
            <a:r>
              <a:rPr lang="en-US" sz="1400" err="1">
                <a:latin typeface="Arial" panose="020B0604020202020204" pitchFamily="34" charset="0"/>
                <a:cs typeface="Arial" panose="020B0604020202020204" pitchFamily="34" charset="0"/>
              </a:rPr>
              <a:t>Validatie</a:t>
            </a:r>
            <a:r>
              <a:rPr lang="en-US" sz="1400">
                <a:latin typeface="Arial" panose="020B0604020202020204" pitchFamily="34" charset="0"/>
                <a:cs typeface="Arial" panose="020B0604020202020204" pitchFamily="34" charset="0"/>
              </a:rPr>
              <a:t> experiment 1.</a:t>
            </a:r>
          </a:p>
        </p:txBody>
      </p:sp>
      <p:sp>
        <p:nvSpPr>
          <p:cNvPr id="13" name="TextBox 12">
            <a:extLst>
              <a:ext uri="{FF2B5EF4-FFF2-40B4-BE49-F238E27FC236}">
                <a16:creationId xmlns:a16="http://schemas.microsoft.com/office/drawing/2014/main" id="{D16128F2-B985-1933-DCFF-674DA763B998}"/>
              </a:ext>
            </a:extLst>
          </p:cNvPr>
          <p:cNvSpPr txBox="1"/>
          <p:nvPr/>
        </p:nvSpPr>
        <p:spPr>
          <a:xfrm>
            <a:off x="9115061" y="4089720"/>
            <a:ext cx="301906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err="1">
                <a:latin typeface="Arial" panose="020B0604020202020204" pitchFamily="34" charset="0"/>
                <a:cs typeface="Arial" panose="020B0604020202020204" pitchFamily="34" charset="0"/>
              </a:rPr>
              <a:t>Figuur</a:t>
            </a:r>
            <a:r>
              <a:rPr lang="en-US" sz="1400">
                <a:latin typeface="Arial" panose="020B0604020202020204" pitchFamily="34" charset="0"/>
                <a:cs typeface="Arial" panose="020B0604020202020204" pitchFamily="34" charset="0"/>
              </a:rPr>
              <a:t> 7: </a:t>
            </a:r>
            <a:r>
              <a:rPr lang="en-US" sz="1400" err="1">
                <a:latin typeface="Arial" panose="020B0604020202020204" pitchFamily="34" charset="0"/>
                <a:cs typeface="Arial" panose="020B0604020202020204" pitchFamily="34" charset="0"/>
              </a:rPr>
              <a:t>Nanoplot</a:t>
            </a:r>
            <a:r>
              <a:rPr lang="en-US" sz="1400">
                <a:latin typeface="Arial" panose="020B0604020202020204" pitchFamily="34" charset="0"/>
                <a:cs typeface="Arial" panose="020B0604020202020204" pitchFamily="34" charset="0"/>
              </a:rPr>
              <a:t> van </a:t>
            </a:r>
            <a:r>
              <a:rPr lang="en-US" sz="1400" err="1">
                <a:latin typeface="Arial" panose="020B0604020202020204" pitchFamily="34" charset="0"/>
                <a:cs typeface="Arial" panose="020B0604020202020204" pitchFamily="34" charset="0"/>
              </a:rPr>
              <a:t>gefilterde</a:t>
            </a:r>
            <a:r>
              <a:rPr lang="en-US" sz="1400">
                <a:latin typeface="Arial" panose="020B0604020202020204" pitchFamily="34" charset="0"/>
                <a:cs typeface="Arial" panose="020B0604020202020204" pitchFamily="34" charset="0"/>
              </a:rPr>
              <a:t> barcode_merge06-07-08-15-16-17.</a:t>
            </a:r>
          </a:p>
          <a:p>
            <a:r>
              <a:rPr lang="en-US" sz="1400" err="1">
                <a:latin typeface="Arial" panose="020B0604020202020204" pitchFamily="34" charset="0"/>
                <a:cs typeface="Arial" panose="020B0604020202020204" pitchFamily="34" charset="0"/>
              </a:rPr>
              <a:t>Validatie</a:t>
            </a:r>
            <a:r>
              <a:rPr lang="en-US" sz="1400">
                <a:latin typeface="Arial" panose="020B0604020202020204" pitchFamily="34" charset="0"/>
                <a:cs typeface="Arial" panose="020B0604020202020204" pitchFamily="34" charset="0"/>
              </a:rPr>
              <a:t> experiment 2.</a:t>
            </a:r>
          </a:p>
        </p:txBody>
      </p:sp>
    </p:spTree>
    <p:extLst>
      <p:ext uri="{BB962C8B-B14F-4D97-AF65-F5344CB8AC3E}">
        <p14:creationId xmlns:p14="http://schemas.microsoft.com/office/powerpoint/2010/main" val="2553407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9B57D23-9F7E-C53A-A7F4-AD4F5CA652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23954" y="173001"/>
            <a:ext cx="13636255" cy="6511998"/>
          </a:xfrm>
          <a:prstGeom prst="rect">
            <a:avLst/>
          </a:prstGeom>
        </p:spPr>
      </p:pic>
      <p:sp>
        <p:nvSpPr>
          <p:cNvPr id="2" name="Title 1">
            <a:extLst>
              <a:ext uri="{FF2B5EF4-FFF2-40B4-BE49-F238E27FC236}">
                <a16:creationId xmlns:a16="http://schemas.microsoft.com/office/drawing/2014/main" id="{72E542CF-0F2D-043C-FF97-A4475BDCE517}"/>
              </a:ext>
            </a:extLst>
          </p:cNvPr>
          <p:cNvSpPr>
            <a:spLocks noGrp="1"/>
          </p:cNvSpPr>
          <p:nvPr>
            <p:ph type="title"/>
          </p:nvPr>
        </p:nvSpPr>
        <p:spPr>
          <a:xfrm>
            <a:off x="6934200" y="170195"/>
            <a:ext cx="4871484" cy="1325563"/>
          </a:xfrm>
        </p:spPr>
        <p:txBody>
          <a:bodyPr/>
          <a:lstStyle/>
          <a:p>
            <a:r>
              <a:rPr lang="en-US" err="1"/>
              <a:t>Resultaten</a:t>
            </a:r>
            <a:r>
              <a:rPr lang="en-US"/>
              <a:t> validatie</a:t>
            </a:r>
          </a:p>
        </p:txBody>
      </p:sp>
      <p:sp>
        <p:nvSpPr>
          <p:cNvPr id="4" name="Slide Number Placeholder 3">
            <a:extLst>
              <a:ext uri="{FF2B5EF4-FFF2-40B4-BE49-F238E27FC236}">
                <a16:creationId xmlns:a16="http://schemas.microsoft.com/office/drawing/2014/main" id="{FC8B0A35-F29B-A737-5566-EA997B4954AB}"/>
              </a:ext>
            </a:extLst>
          </p:cNvPr>
          <p:cNvSpPr>
            <a:spLocks noGrp="1"/>
          </p:cNvSpPr>
          <p:nvPr>
            <p:ph type="sldNum" sz="quarter" idx="12"/>
          </p:nvPr>
        </p:nvSpPr>
        <p:spPr/>
        <p:txBody>
          <a:bodyPr/>
          <a:lstStyle/>
          <a:p>
            <a:fld id="{848E61ED-401C-4DAC-AB76-B5DE53166C55}" type="slidenum">
              <a:rPr lang="nl-NL" smtClean="0"/>
              <a:t>13</a:t>
            </a:fld>
            <a:endParaRPr lang="nl-NL"/>
          </a:p>
        </p:txBody>
      </p:sp>
    </p:spTree>
    <p:extLst>
      <p:ext uri="{BB962C8B-B14F-4D97-AF65-F5344CB8AC3E}">
        <p14:creationId xmlns:p14="http://schemas.microsoft.com/office/powerpoint/2010/main" val="2041189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ADDA6E2-B136-9E4D-251C-CA4DDAC1F290}"/>
              </a:ext>
            </a:extLst>
          </p:cNvPr>
          <p:cNvSpPr>
            <a:spLocks noGrp="1"/>
          </p:cNvSpPr>
          <p:nvPr>
            <p:ph type="sldNum" sz="quarter" idx="12"/>
          </p:nvPr>
        </p:nvSpPr>
        <p:spPr/>
        <p:txBody>
          <a:bodyPr/>
          <a:lstStyle/>
          <a:p>
            <a:fld id="{848E61ED-401C-4DAC-AB76-B5DE53166C55}" type="slidenum">
              <a:rPr lang="nl-NL" smtClean="0"/>
              <a:t>14</a:t>
            </a:fld>
            <a:endParaRPr lang="nl-NL"/>
          </a:p>
        </p:txBody>
      </p:sp>
      <p:sp>
        <p:nvSpPr>
          <p:cNvPr id="6" name="Titel 1">
            <a:extLst>
              <a:ext uri="{FF2B5EF4-FFF2-40B4-BE49-F238E27FC236}">
                <a16:creationId xmlns:a16="http://schemas.microsoft.com/office/drawing/2014/main" id="{EF2C8EE4-B21B-92DD-B9DA-7464C7911D77}"/>
              </a:ext>
            </a:extLst>
          </p:cNvPr>
          <p:cNvSpPr>
            <a:spLocks noGrp="1"/>
          </p:cNvSpPr>
          <p:nvPr>
            <p:ph type="title"/>
          </p:nvPr>
        </p:nvSpPr>
        <p:spPr>
          <a:xfrm>
            <a:off x="65313" y="355173"/>
            <a:ext cx="12061371" cy="609600"/>
          </a:xfrm>
        </p:spPr>
        <p:txBody>
          <a:bodyPr>
            <a:noAutofit/>
          </a:bodyPr>
          <a:lstStyle/>
          <a:p>
            <a:pPr algn="ctr"/>
            <a:r>
              <a:rPr lang="nl-NL" sz="3200" b="1">
                <a:latin typeface="Arial"/>
                <a:cs typeface="Arial"/>
              </a:rPr>
              <a:t>Resultaten Validatie minikraken2_v2</a:t>
            </a:r>
            <a:endParaRPr lang="nl-NL" sz="3200" b="1">
              <a:latin typeface="Arial" panose="020B0604020202020204" pitchFamily="34" charset="0"/>
              <a:cs typeface="Arial" panose="020B0604020202020204" pitchFamily="34" charset="0"/>
            </a:endParaRPr>
          </a:p>
        </p:txBody>
      </p:sp>
      <p:pic>
        <p:nvPicPr>
          <p:cNvPr id="3" name="Picture 2" descr="A graph with blue orange and purple lines&#10;&#10;AI-generated content may be incorrect.">
            <a:extLst>
              <a:ext uri="{FF2B5EF4-FFF2-40B4-BE49-F238E27FC236}">
                <a16:creationId xmlns:a16="http://schemas.microsoft.com/office/drawing/2014/main" id="{2E299501-4D50-502D-4506-650692F0BE33}"/>
              </a:ext>
            </a:extLst>
          </p:cNvPr>
          <p:cNvPicPr>
            <a:picLocks noChangeAspect="1"/>
          </p:cNvPicPr>
          <p:nvPr/>
        </p:nvPicPr>
        <p:blipFill>
          <a:blip r:embed="rId2"/>
          <a:stretch>
            <a:fillRect/>
          </a:stretch>
        </p:blipFill>
        <p:spPr>
          <a:xfrm>
            <a:off x="61912" y="963930"/>
            <a:ext cx="5990015" cy="4452620"/>
          </a:xfrm>
          <a:prstGeom prst="rect">
            <a:avLst/>
          </a:prstGeom>
        </p:spPr>
      </p:pic>
      <p:sp>
        <p:nvSpPr>
          <p:cNvPr id="11" name="Tekstvak 10">
            <a:extLst>
              <a:ext uri="{FF2B5EF4-FFF2-40B4-BE49-F238E27FC236}">
                <a16:creationId xmlns:a16="http://schemas.microsoft.com/office/drawing/2014/main" id="{FE42DA1B-46AA-1530-B51C-E4082B93E598}"/>
              </a:ext>
            </a:extLst>
          </p:cNvPr>
          <p:cNvSpPr txBox="1"/>
          <p:nvPr/>
        </p:nvSpPr>
        <p:spPr>
          <a:xfrm>
            <a:off x="483433" y="5406661"/>
            <a:ext cx="6093500" cy="400110"/>
          </a:xfrm>
          <a:prstGeom prst="rect">
            <a:avLst/>
          </a:prstGeom>
          <a:noFill/>
        </p:spPr>
        <p:txBody>
          <a:bodyPr wrap="square">
            <a:spAutoFit/>
          </a:bodyPr>
          <a:lstStyle/>
          <a:p>
            <a:r>
              <a:rPr lang="en-US" sz="1000" err="1">
                <a:latin typeface="Arial" panose="020B0604020202020204" pitchFamily="34" charset="0"/>
                <a:cs typeface="Arial" panose="020B0604020202020204" pitchFamily="34" charset="0"/>
              </a:rPr>
              <a:t>Figuur</a:t>
            </a:r>
            <a:r>
              <a:rPr lang="en-US" sz="1000">
                <a:latin typeface="Arial" panose="020B0604020202020204" pitchFamily="34" charset="0"/>
                <a:cs typeface="Arial" panose="020B0604020202020204" pitchFamily="34" charset="0"/>
              </a:rPr>
              <a:t> 8: </a:t>
            </a:r>
            <a:r>
              <a:rPr lang="en-US" sz="1000" err="1">
                <a:latin typeface="Arial" panose="020B0604020202020204" pitchFamily="34" charset="0"/>
                <a:cs typeface="Arial" panose="020B0604020202020204" pitchFamily="34" charset="0"/>
              </a:rPr>
              <a:t>Relatieve</a:t>
            </a:r>
            <a:r>
              <a:rPr lang="en-US" sz="1000">
                <a:latin typeface="Arial" panose="020B0604020202020204" pitchFamily="34" charset="0"/>
                <a:cs typeface="Arial" panose="020B0604020202020204" pitchFamily="34" charset="0"/>
              </a:rPr>
              <a:t> abundance (%) </a:t>
            </a:r>
            <a:r>
              <a:rPr lang="en-US" sz="1000" err="1">
                <a:latin typeface="Arial" panose="020B0604020202020204" pitchFamily="34" charset="0"/>
                <a:cs typeface="Arial" panose="020B0604020202020204" pitchFamily="34" charset="0"/>
              </a:rPr>
              <a:t>bacteriesoOrten</a:t>
            </a:r>
            <a:r>
              <a:rPr lang="en-US" sz="1000">
                <a:latin typeface="Arial" panose="020B0604020202020204" pitchFamily="34" charset="0"/>
                <a:cs typeface="Arial" panose="020B0604020202020204" pitchFamily="34" charset="0"/>
              </a:rPr>
              <a:t> per barcode T.O.V. </a:t>
            </a:r>
            <a:r>
              <a:rPr lang="en-US" sz="1000" err="1">
                <a:latin typeface="Arial" panose="020B0604020202020204" pitchFamily="34" charset="0"/>
                <a:cs typeface="Arial" panose="020B0604020202020204" pitchFamily="34" charset="0"/>
              </a:rPr>
              <a:t>verwachting</a:t>
            </a:r>
            <a:r>
              <a:rPr lang="en-US" sz="1000">
                <a:latin typeface="Arial" panose="020B0604020202020204" pitchFamily="34" charset="0"/>
                <a:cs typeface="Arial" panose="020B0604020202020204" pitchFamily="34" charset="0"/>
              </a:rPr>
              <a:t> met minikraken2-v2_8GB_201904_UPDATE database. </a:t>
            </a:r>
            <a:r>
              <a:rPr lang="en-US" sz="1000" err="1">
                <a:latin typeface="Arial" panose="020B0604020202020204" pitchFamily="34" charset="0"/>
                <a:cs typeface="Arial" panose="020B0604020202020204" pitchFamily="34" charset="0"/>
              </a:rPr>
              <a:t>Validatie</a:t>
            </a:r>
            <a:r>
              <a:rPr lang="en-US" sz="1000">
                <a:latin typeface="Arial" panose="020B0604020202020204" pitchFamily="34" charset="0"/>
                <a:cs typeface="Arial" panose="020B0604020202020204" pitchFamily="34" charset="0"/>
              </a:rPr>
              <a:t> experiment 1.</a:t>
            </a:r>
          </a:p>
        </p:txBody>
      </p:sp>
      <p:sp>
        <p:nvSpPr>
          <p:cNvPr id="13" name="Tekstvak 12">
            <a:extLst>
              <a:ext uri="{FF2B5EF4-FFF2-40B4-BE49-F238E27FC236}">
                <a16:creationId xmlns:a16="http://schemas.microsoft.com/office/drawing/2014/main" id="{675E3492-63A5-F803-C1D2-E0C1203DECBB}"/>
              </a:ext>
            </a:extLst>
          </p:cNvPr>
          <p:cNvSpPr txBox="1"/>
          <p:nvPr/>
        </p:nvSpPr>
        <p:spPr>
          <a:xfrm>
            <a:off x="6450647" y="5406660"/>
            <a:ext cx="5482852" cy="400110"/>
          </a:xfrm>
          <a:prstGeom prst="rect">
            <a:avLst/>
          </a:prstGeom>
          <a:noFill/>
        </p:spPr>
        <p:txBody>
          <a:bodyPr wrap="square">
            <a:spAutoFit/>
          </a:bodyPr>
          <a:lstStyle/>
          <a:p>
            <a:r>
              <a:rPr lang="en-US" sz="1000" err="1">
                <a:latin typeface="Arial" panose="020B0604020202020204" pitchFamily="34" charset="0"/>
                <a:cs typeface="Arial" panose="020B0604020202020204" pitchFamily="34" charset="0"/>
              </a:rPr>
              <a:t>Figuur</a:t>
            </a:r>
            <a:r>
              <a:rPr lang="en-US" sz="1000">
                <a:latin typeface="Arial" panose="020B0604020202020204" pitchFamily="34" charset="0"/>
                <a:cs typeface="Arial" panose="020B0604020202020204" pitchFamily="34" charset="0"/>
              </a:rPr>
              <a:t> 9: </a:t>
            </a:r>
            <a:r>
              <a:rPr lang="en-US" sz="1000" err="1">
                <a:latin typeface="Arial" panose="020B0604020202020204" pitchFamily="34" charset="0"/>
                <a:cs typeface="Arial" panose="020B0604020202020204" pitchFamily="34" charset="0"/>
              </a:rPr>
              <a:t>Relatieve</a:t>
            </a:r>
            <a:r>
              <a:rPr lang="en-US" sz="1000">
                <a:latin typeface="Arial" panose="020B0604020202020204" pitchFamily="34" charset="0"/>
                <a:cs typeface="Arial" panose="020B0604020202020204" pitchFamily="34" charset="0"/>
              </a:rPr>
              <a:t> abundance (%) </a:t>
            </a:r>
            <a:r>
              <a:rPr lang="en-US" sz="1000" err="1">
                <a:latin typeface="Arial" panose="020B0604020202020204" pitchFamily="34" charset="0"/>
                <a:cs typeface="Arial" panose="020B0604020202020204" pitchFamily="34" charset="0"/>
              </a:rPr>
              <a:t>bacteriesoorten</a:t>
            </a:r>
            <a:r>
              <a:rPr lang="en-US" sz="1000">
                <a:latin typeface="Arial" panose="020B0604020202020204" pitchFamily="34" charset="0"/>
                <a:cs typeface="Arial" panose="020B0604020202020204" pitchFamily="34" charset="0"/>
              </a:rPr>
              <a:t> per barcode T.O.V. </a:t>
            </a:r>
            <a:r>
              <a:rPr lang="en-US" sz="1000" err="1">
                <a:latin typeface="Arial" panose="020B0604020202020204" pitchFamily="34" charset="0"/>
                <a:cs typeface="Arial" panose="020B0604020202020204" pitchFamily="34" charset="0"/>
              </a:rPr>
              <a:t>verwachting</a:t>
            </a:r>
            <a:r>
              <a:rPr lang="en-US" sz="1000">
                <a:latin typeface="Arial" panose="020B0604020202020204" pitchFamily="34" charset="0"/>
                <a:cs typeface="Arial" panose="020B0604020202020204" pitchFamily="34" charset="0"/>
              </a:rPr>
              <a:t> met minikraken2-v2_8GB_201904_UPDATE database. </a:t>
            </a:r>
            <a:r>
              <a:rPr lang="en-US" sz="1000" err="1">
                <a:latin typeface="Arial" panose="020B0604020202020204" pitchFamily="34" charset="0"/>
                <a:cs typeface="Arial" panose="020B0604020202020204" pitchFamily="34" charset="0"/>
              </a:rPr>
              <a:t>Validatie</a:t>
            </a:r>
            <a:r>
              <a:rPr lang="en-US" sz="1000">
                <a:latin typeface="Arial" panose="020B0604020202020204" pitchFamily="34" charset="0"/>
                <a:cs typeface="Arial" panose="020B0604020202020204" pitchFamily="34" charset="0"/>
              </a:rPr>
              <a:t> experiment 2.</a:t>
            </a:r>
          </a:p>
        </p:txBody>
      </p:sp>
      <p:pic>
        <p:nvPicPr>
          <p:cNvPr id="2" name="Picture 1" descr="A graph with blue and green bars and white text&#10;&#10;AI-generated content may be incorrect.">
            <a:extLst>
              <a:ext uri="{FF2B5EF4-FFF2-40B4-BE49-F238E27FC236}">
                <a16:creationId xmlns:a16="http://schemas.microsoft.com/office/drawing/2014/main" id="{B1A834CF-6EC1-617F-2B80-64BEBB737711}"/>
              </a:ext>
            </a:extLst>
          </p:cNvPr>
          <p:cNvPicPr>
            <a:picLocks noChangeAspect="1"/>
          </p:cNvPicPr>
          <p:nvPr/>
        </p:nvPicPr>
        <p:blipFill>
          <a:blip r:embed="rId3"/>
          <a:stretch>
            <a:fillRect/>
          </a:stretch>
        </p:blipFill>
        <p:spPr>
          <a:xfrm>
            <a:off x="6096001" y="959972"/>
            <a:ext cx="6033976" cy="4441871"/>
          </a:xfrm>
          <a:prstGeom prst="rect">
            <a:avLst/>
          </a:prstGeom>
        </p:spPr>
      </p:pic>
    </p:spTree>
    <p:extLst>
      <p:ext uri="{BB962C8B-B14F-4D97-AF65-F5344CB8AC3E}">
        <p14:creationId xmlns:p14="http://schemas.microsoft.com/office/powerpoint/2010/main" val="3878110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969CF6-20C3-D01E-8D00-947495FC390E}"/>
              </a:ext>
            </a:extLst>
          </p:cNvPr>
          <p:cNvSpPr>
            <a:spLocks noGrp="1"/>
          </p:cNvSpPr>
          <p:nvPr>
            <p:ph type="sldNum" sz="quarter" idx="12"/>
          </p:nvPr>
        </p:nvSpPr>
        <p:spPr/>
        <p:txBody>
          <a:bodyPr/>
          <a:lstStyle/>
          <a:p>
            <a:fld id="{848E61ED-401C-4DAC-AB76-B5DE53166C55}" type="slidenum">
              <a:rPr lang="nl-NL" smtClean="0"/>
              <a:t>15</a:t>
            </a:fld>
            <a:endParaRPr lang="nl-NL"/>
          </a:p>
        </p:txBody>
      </p:sp>
      <p:sp>
        <p:nvSpPr>
          <p:cNvPr id="7" name="Titel 1">
            <a:extLst>
              <a:ext uri="{FF2B5EF4-FFF2-40B4-BE49-F238E27FC236}">
                <a16:creationId xmlns:a16="http://schemas.microsoft.com/office/drawing/2014/main" id="{4862DBC9-FC7C-73D8-9B4E-C4256A252184}"/>
              </a:ext>
            </a:extLst>
          </p:cNvPr>
          <p:cNvSpPr txBox="1">
            <a:spLocks/>
          </p:cNvSpPr>
          <p:nvPr/>
        </p:nvSpPr>
        <p:spPr>
          <a:xfrm>
            <a:off x="65313" y="355173"/>
            <a:ext cx="12061371" cy="609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nl-NL" sz="3200" b="1">
                <a:latin typeface="Arial"/>
                <a:cs typeface="Arial"/>
              </a:rPr>
              <a:t>Resultaten Validatie SILVA_132</a:t>
            </a:r>
            <a:endParaRPr lang="nl-NL" sz="3200" b="1">
              <a:latin typeface="Arial" panose="020B0604020202020204" pitchFamily="34" charset="0"/>
              <a:cs typeface="Arial" panose="020B0604020202020204" pitchFamily="34" charset="0"/>
            </a:endParaRPr>
          </a:p>
        </p:txBody>
      </p:sp>
      <p:pic>
        <p:nvPicPr>
          <p:cNvPr id="8" name="Content Placeholder 7">
            <a:extLst>
              <a:ext uri="{FF2B5EF4-FFF2-40B4-BE49-F238E27FC236}">
                <a16:creationId xmlns:a16="http://schemas.microsoft.com/office/drawing/2014/main" id="{94861389-9944-8CDB-C75B-2DD192FCC858}"/>
              </a:ext>
            </a:extLst>
          </p:cNvPr>
          <p:cNvPicPr>
            <a:picLocks noGrp="1" noChangeAspect="1"/>
          </p:cNvPicPr>
          <p:nvPr>
            <p:ph idx="1"/>
          </p:nvPr>
        </p:nvPicPr>
        <p:blipFill>
          <a:blip r:embed="rId2"/>
          <a:stretch>
            <a:fillRect/>
          </a:stretch>
        </p:blipFill>
        <p:spPr>
          <a:xfrm>
            <a:off x="3966" y="966160"/>
            <a:ext cx="5964022" cy="3704524"/>
          </a:xfrm>
          <a:prstGeom prst="rect">
            <a:avLst/>
          </a:prstGeom>
        </p:spPr>
      </p:pic>
      <p:pic>
        <p:nvPicPr>
          <p:cNvPr id="9" name="Picture 8">
            <a:extLst>
              <a:ext uri="{FF2B5EF4-FFF2-40B4-BE49-F238E27FC236}">
                <a16:creationId xmlns:a16="http://schemas.microsoft.com/office/drawing/2014/main" id="{5A4685BD-E1FF-58F6-2721-45A3D972662F}"/>
              </a:ext>
            </a:extLst>
          </p:cNvPr>
          <p:cNvPicPr>
            <a:picLocks noChangeAspect="1"/>
          </p:cNvPicPr>
          <p:nvPr/>
        </p:nvPicPr>
        <p:blipFill>
          <a:blip r:embed="rId3"/>
          <a:stretch>
            <a:fillRect/>
          </a:stretch>
        </p:blipFill>
        <p:spPr>
          <a:xfrm>
            <a:off x="6098437" y="962689"/>
            <a:ext cx="6232895" cy="3709876"/>
          </a:xfrm>
          <a:prstGeom prst="rect">
            <a:avLst/>
          </a:prstGeom>
        </p:spPr>
      </p:pic>
      <p:sp>
        <p:nvSpPr>
          <p:cNvPr id="10" name="Tekstvak 9">
            <a:extLst>
              <a:ext uri="{FF2B5EF4-FFF2-40B4-BE49-F238E27FC236}">
                <a16:creationId xmlns:a16="http://schemas.microsoft.com/office/drawing/2014/main" id="{F19C2363-527E-D704-6FD6-BBC4526BE8CD}"/>
              </a:ext>
            </a:extLst>
          </p:cNvPr>
          <p:cNvSpPr txBox="1"/>
          <p:nvPr/>
        </p:nvSpPr>
        <p:spPr>
          <a:xfrm>
            <a:off x="65313" y="4729627"/>
            <a:ext cx="6163518" cy="400110"/>
          </a:xfrm>
          <a:prstGeom prst="rect">
            <a:avLst/>
          </a:prstGeom>
          <a:noFill/>
        </p:spPr>
        <p:txBody>
          <a:bodyPr wrap="square">
            <a:spAutoFit/>
          </a:bodyPr>
          <a:lstStyle/>
          <a:p>
            <a:r>
              <a:rPr lang="en-US" sz="1000" err="1">
                <a:latin typeface="Arial" panose="020B0604020202020204" pitchFamily="34" charset="0"/>
                <a:cs typeface="Arial" panose="020B0604020202020204" pitchFamily="34" charset="0"/>
              </a:rPr>
              <a:t>Figuur</a:t>
            </a:r>
            <a:r>
              <a:rPr lang="en-US" sz="1000">
                <a:latin typeface="Arial" panose="020B0604020202020204" pitchFamily="34" charset="0"/>
                <a:cs typeface="Arial" panose="020B0604020202020204" pitchFamily="34" charset="0"/>
              </a:rPr>
              <a:t> 10: </a:t>
            </a:r>
            <a:r>
              <a:rPr lang="en-US" sz="1000" err="1">
                <a:latin typeface="Arial" panose="020B0604020202020204" pitchFamily="34" charset="0"/>
                <a:cs typeface="Arial" panose="020B0604020202020204" pitchFamily="34" charset="0"/>
              </a:rPr>
              <a:t>Relatieve</a:t>
            </a:r>
            <a:r>
              <a:rPr lang="en-US" sz="1000">
                <a:latin typeface="Arial" panose="020B0604020202020204" pitchFamily="34" charset="0"/>
                <a:cs typeface="Arial" panose="020B0604020202020204" pitchFamily="34" charset="0"/>
              </a:rPr>
              <a:t> abundance (%) </a:t>
            </a:r>
            <a:r>
              <a:rPr lang="en-US" sz="1000" err="1">
                <a:latin typeface="Arial" panose="020B0604020202020204" pitchFamily="34" charset="0"/>
                <a:cs typeface="Arial" panose="020B0604020202020204" pitchFamily="34" charset="0"/>
              </a:rPr>
              <a:t>bacterie</a:t>
            </a:r>
            <a:r>
              <a:rPr lang="en-US" sz="1000">
                <a:latin typeface="Arial" panose="020B0604020202020204" pitchFamily="34" charset="0"/>
                <a:cs typeface="Arial" panose="020B0604020202020204" pitchFamily="34" charset="0"/>
              </a:rPr>
              <a:t> genera </a:t>
            </a:r>
            <a:r>
              <a:rPr lang="en-US" sz="1000" err="1">
                <a:latin typeface="Arial" panose="020B0604020202020204" pitchFamily="34" charset="0"/>
                <a:cs typeface="Arial" panose="020B0604020202020204" pitchFamily="34" charset="0"/>
              </a:rPr>
              <a:t>bij</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verschillende</a:t>
            </a:r>
            <a:r>
              <a:rPr lang="en-US" sz="1000">
                <a:latin typeface="Arial" panose="020B0604020202020204" pitchFamily="34" charset="0"/>
                <a:cs typeface="Arial" panose="020B0604020202020204" pitchFamily="34" charset="0"/>
              </a:rPr>
              <a:t> confidence score </a:t>
            </a:r>
            <a:r>
              <a:rPr lang="en-US" sz="1000" err="1">
                <a:latin typeface="Arial" panose="020B0604020202020204" pitchFamily="34" charset="0"/>
                <a:cs typeface="Arial" panose="020B0604020202020204" pitchFamily="34" charset="0"/>
              </a:rPr>
              <a:t>voor</a:t>
            </a:r>
            <a:r>
              <a:rPr lang="en-US" sz="1000">
                <a:latin typeface="Arial" panose="020B0604020202020204" pitchFamily="34" charset="0"/>
                <a:cs typeface="Arial" panose="020B0604020202020204" pitchFamily="34" charset="0"/>
              </a:rPr>
              <a:t> barcode_merge09-12 database: SILVA_SSU_REF_NR_132. </a:t>
            </a:r>
            <a:r>
              <a:rPr lang="en-US" sz="1000" err="1">
                <a:latin typeface="Arial" panose="020B0604020202020204" pitchFamily="34" charset="0"/>
                <a:cs typeface="Arial" panose="020B0604020202020204" pitchFamily="34" charset="0"/>
              </a:rPr>
              <a:t>Validatie</a:t>
            </a:r>
            <a:r>
              <a:rPr lang="en-US" sz="1000">
                <a:latin typeface="Arial" panose="020B0604020202020204" pitchFamily="34" charset="0"/>
                <a:cs typeface="Arial" panose="020B0604020202020204" pitchFamily="34" charset="0"/>
              </a:rPr>
              <a:t> experiment 1.</a:t>
            </a:r>
          </a:p>
        </p:txBody>
      </p:sp>
      <p:sp>
        <p:nvSpPr>
          <p:cNvPr id="12" name="Tekstvak 11">
            <a:extLst>
              <a:ext uri="{FF2B5EF4-FFF2-40B4-BE49-F238E27FC236}">
                <a16:creationId xmlns:a16="http://schemas.microsoft.com/office/drawing/2014/main" id="{7F009A48-C5A9-22D6-DCEA-A371E10C8F24}"/>
              </a:ext>
            </a:extLst>
          </p:cNvPr>
          <p:cNvSpPr txBox="1"/>
          <p:nvPr/>
        </p:nvSpPr>
        <p:spPr>
          <a:xfrm>
            <a:off x="6095998" y="4729627"/>
            <a:ext cx="6163518" cy="400110"/>
          </a:xfrm>
          <a:prstGeom prst="rect">
            <a:avLst/>
          </a:prstGeom>
          <a:noFill/>
        </p:spPr>
        <p:txBody>
          <a:bodyPr wrap="square">
            <a:spAutoFit/>
          </a:bodyPr>
          <a:lstStyle/>
          <a:p>
            <a:r>
              <a:rPr lang="en-US" sz="1000" err="1">
                <a:latin typeface="Arial" panose="020B0604020202020204" pitchFamily="34" charset="0"/>
                <a:cs typeface="Arial" panose="020B0604020202020204" pitchFamily="34" charset="0"/>
              </a:rPr>
              <a:t>Figuur</a:t>
            </a:r>
            <a:r>
              <a:rPr lang="en-US" sz="1000">
                <a:latin typeface="Arial" panose="020B0604020202020204" pitchFamily="34" charset="0"/>
                <a:cs typeface="Arial" panose="020B0604020202020204" pitchFamily="34" charset="0"/>
              </a:rPr>
              <a:t> 11: </a:t>
            </a:r>
            <a:r>
              <a:rPr lang="en-US" sz="1000" err="1">
                <a:latin typeface="Arial" panose="020B0604020202020204" pitchFamily="34" charset="0"/>
                <a:cs typeface="Arial" panose="020B0604020202020204" pitchFamily="34" charset="0"/>
              </a:rPr>
              <a:t>Relatieve</a:t>
            </a:r>
            <a:r>
              <a:rPr lang="en-US" sz="1000">
                <a:latin typeface="Arial" panose="020B0604020202020204" pitchFamily="34" charset="0"/>
                <a:cs typeface="Arial" panose="020B0604020202020204" pitchFamily="34" charset="0"/>
              </a:rPr>
              <a:t> abundance (%) </a:t>
            </a:r>
            <a:r>
              <a:rPr lang="en-US" sz="1000" err="1">
                <a:latin typeface="Arial" panose="020B0604020202020204" pitchFamily="34" charset="0"/>
                <a:cs typeface="Arial" panose="020B0604020202020204" pitchFamily="34" charset="0"/>
              </a:rPr>
              <a:t>bacterie</a:t>
            </a:r>
            <a:r>
              <a:rPr lang="en-US" sz="1000">
                <a:latin typeface="Arial" panose="020B0604020202020204" pitchFamily="34" charset="0"/>
                <a:cs typeface="Arial" panose="020B0604020202020204" pitchFamily="34" charset="0"/>
              </a:rPr>
              <a:t> genera </a:t>
            </a:r>
            <a:r>
              <a:rPr lang="en-US" sz="1000" err="1">
                <a:latin typeface="Arial" panose="020B0604020202020204" pitchFamily="34" charset="0"/>
                <a:cs typeface="Arial" panose="020B0604020202020204" pitchFamily="34" charset="0"/>
              </a:rPr>
              <a:t>bij</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verschillende</a:t>
            </a:r>
            <a:r>
              <a:rPr lang="en-US" sz="1000">
                <a:latin typeface="Arial" panose="020B0604020202020204" pitchFamily="34" charset="0"/>
                <a:cs typeface="Arial" panose="020B0604020202020204" pitchFamily="34" charset="0"/>
              </a:rPr>
              <a:t> confidence score </a:t>
            </a:r>
            <a:r>
              <a:rPr lang="en-US" sz="1000" err="1">
                <a:latin typeface="Arial" panose="020B0604020202020204" pitchFamily="34" charset="0"/>
                <a:cs typeface="Arial" panose="020B0604020202020204" pitchFamily="34" charset="0"/>
              </a:rPr>
              <a:t>voor</a:t>
            </a:r>
            <a:r>
              <a:rPr lang="en-US" sz="1000">
                <a:latin typeface="Arial" panose="020B0604020202020204" pitchFamily="34" charset="0"/>
                <a:cs typeface="Arial" panose="020B0604020202020204" pitchFamily="34" charset="0"/>
              </a:rPr>
              <a:t> barcode_merge06-07-08-15-16-17 database: SILVA_SSU_REF_NR_132. </a:t>
            </a:r>
            <a:r>
              <a:rPr lang="en-US" sz="1000" err="1">
                <a:latin typeface="Arial" panose="020B0604020202020204" pitchFamily="34" charset="0"/>
                <a:cs typeface="Arial" panose="020B0604020202020204" pitchFamily="34" charset="0"/>
              </a:rPr>
              <a:t>Validatie</a:t>
            </a:r>
            <a:r>
              <a:rPr lang="en-US" sz="1000">
                <a:latin typeface="Arial" panose="020B0604020202020204" pitchFamily="34" charset="0"/>
                <a:cs typeface="Arial" panose="020B0604020202020204" pitchFamily="34" charset="0"/>
              </a:rPr>
              <a:t> experiment 2.</a:t>
            </a:r>
          </a:p>
        </p:txBody>
      </p:sp>
    </p:spTree>
    <p:extLst>
      <p:ext uri="{BB962C8B-B14F-4D97-AF65-F5344CB8AC3E}">
        <p14:creationId xmlns:p14="http://schemas.microsoft.com/office/powerpoint/2010/main" val="919178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39D0072-964D-FAC2-6963-1EC1228777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79600" y="1260475"/>
            <a:ext cx="11043920" cy="5281930"/>
          </a:xfrm>
          <a:prstGeom prst="rect">
            <a:avLst/>
          </a:prstGeom>
        </p:spPr>
      </p:pic>
      <p:sp>
        <p:nvSpPr>
          <p:cNvPr id="2" name="Title 1">
            <a:extLst>
              <a:ext uri="{FF2B5EF4-FFF2-40B4-BE49-F238E27FC236}">
                <a16:creationId xmlns:a16="http://schemas.microsoft.com/office/drawing/2014/main" id="{3A1D9833-CAD3-EA7F-3859-B3EAE1A908CA}"/>
              </a:ext>
            </a:extLst>
          </p:cNvPr>
          <p:cNvSpPr>
            <a:spLocks noGrp="1"/>
          </p:cNvSpPr>
          <p:nvPr>
            <p:ph type="title"/>
          </p:nvPr>
        </p:nvSpPr>
        <p:spPr/>
        <p:txBody>
          <a:bodyPr/>
          <a:lstStyle/>
          <a:p>
            <a:r>
              <a:rPr lang="en-US" err="1"/>
              <a:t>Patiënt</a:t>
            </a:r>
            <a:r>
              <a:rPr lang="en-US"/>
              <a:t> T.O.V. </a:t>
            </a:r>
            <a:r>
              <a:rPr lang="en-US" err="1"/>
              <a:t>controle</a:t>
            </a:r>
            <a:endParaRPr lang="en-US"/>
          </a:p>
        </p:txBody>
      </p:sp>
      <p:sp>
        <p:nvSpPr>
          <p:cNvPr id="4" name="Slide Number Placeholder 3">
            <a:extLst>
              <a:ext uri="{FF2B5EF4-FFF2-40B4-BE49-F238E27FC236}">
                <a16:creationId xmlns:a16="http://schemas.microsoft.com/office/drawing/2014/main" id="{781136FD-D99D-BE83-3BBD-13A69E55C122}"/>
              </a:ext>
            </a:extLst>
          </p:cNvPr>
          <p:cNvSpPr>
            <a:spLocks noGrp="1"/>
          </p:cNvSpPr>
          <p:nvPr>
            <p:ph type="sldNum" sz="quarter" idx="12"/>
          </p:nvPr>
        </p:nvSpPr>
        <p:spPr/>
        <p:txBody>
          <a:bodyPr/>
          <a:lstStyle/>
          <a:p>
            <a:fld id="{848E61ED-401C-4DAC-AB76-B5DE53166C55}" type="slidenum">
              <a:rPr lang="nl-NL" smtClean="0"/>
              <a:t>16</a:t>
            </a:fld>
            <a:endParaRPr lang="nl-NL"/>
          </a:p>
        </p:txBody>
      </p:sp>
      <p:pic>
        <p:nvPicPr>
          <p:cNvPr id="3" name="Picture 2" descr="A graph of a number of people&#10;&#10;AI-generated content may be incorrect.">
            <a:extLst>
              <a:ext uri="{FF2B5EF4-FFF2-40B4-BE49-F238E27FC236}">
                <a16:creationId xmlns:a16="http://schemas.microsoft.com/office/drawing/2014/main" id="{D4BD81D4-989A-4E52-753F-D51285E57EFB}"/>
              </a:ext>
            </a:extLst>
          </p:cNvPr>
          <p:cNvPicPr>
            <a:picLocks noChangeAspect="1"/>
          </p:cNvPicPr>
          <p:nvPr/>
        </p:nvPicPr>
        <p:blipFill>
          <a:blip r:embed="rId4"/>
          <a:stretch>
            <a:fillRect/>
          </a:stretch>
        </p:blipFill>
        <p:spPr>
          <a:xfrm>
            <a:off x="5956094" y="1026160"/>
            <a:ext cx="6233571" cy="5181600"/>
          </a:xfrm>
          <a:prstGeom prst="rect">
            <a:avLst/>
          </a:prstGeom>
        </p:spPr>
      </p:pic>
      <p:sp>
        <p:nvSpPr>
          <p:cNvPr id="8" name="Tekstvak 7">
            <a:extLst>
              <a:ext uri="{FF2B5EF4-FFF2-40B4-BE49-F238E27FC236}">
                <a16:creationId xmlns:a16="http://schemas.microsoft.com/office/drawing/2014/main" id="{83A5E5E3-375A-BAFD-3D63-77A2F121E882}"/>
              </a:ext>
            </a:extLst>
          </p:cNvPr>
          <p:cNvSpPr txBox="1"/>
          <p:nvPr/>
        </p:nvSpPr>
        <p:spPr>
          <a:xfrm>
            <a:off x="5956094" y="6416072"/>
            <a:ext cx="7031620" cy="246221"/>
          </a:xfrm>
          <a:prstGeom prst="rect">
            <a:avLst/>
          </a:prstGeom>
          <a:noFill/>
        </p:spPr>
        <p:txBody>
          <a:bodyPr wrap="square">
            <a:spAutoFit/>
          </a:bodyPr>
          <a:lstStyle/>
          <a:p>
            <a:r>
              <a:rPr lang="en-US" sz="1000" err="1">
                <a:latin typeface="Arial" panose="020B0604020202020204" pitchFamily="34" charset="0"/>
                <a:cs typeface="Arial" panose="020B0604020202020204" pitchFamily="34" charset="0"/>
              </a:rPr>
              <a:t>Figuur</a:t>
            </a:r>
            <a:r>
              <a:rPr lang="en-US" sz="1000">
                <a:latin typeface="Arial" panose="020B0604020202020204" pitchFamily="34" charset="0"/>
                <a:cs typeface="Arial" panose="020B0604020202020204" pitchFamily="34" charset="0"/>
              </a:rPr>
              <a:t> 14: </a:t>
            </a:r>
            <a:r>
              <a:rPr lang="en-US" sz="1000" err="1">
                <a:latin typeface="Arial" panose="020B0604020202020204" pitchFamily="34" charset="0"/>
                <a:cs typeface="Arial" panose="020B0604020202020204" pitchFamily="34" charset="0"/>
              </a:rPr>
              <a:t>Relatieve</a:t>
            </a:r>
            <a:r>
              <a:rPr lang="en-US" sz="1000">
                <a:latin typeface="Arial" panose="020B0604020202020204" pitchFamily="34" charset="0"/>
                <a:cs typeface="Arial" panose="020B0604020202020204" pitchFamily="34" charset="0"/>
              </a:rPr>
              <a:t> abundance (%) </a:t>
            </a:r>
            <a:r>
              <a:rPr lang="en-US" sz="1000" err="1">
                <a:latin typeface="Arial" panose="020B0604020202020204" pitchFamily="34" charset="0"/>
                <a:cs typeface="Arial" panose="020B0604020202020204" pitchFamily="34" charset="0"/>
              </a:rPr>
              <a:t>bacterie</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patient_merge</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en</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student_merge</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controle</a:t>
            </a:r>
            <a:r>
              <a:rPr lang="en-US" sz="1000">
                <a:latin typeface="Arial" panose="020B0604020202020204" pitchFamily="34" charset="0"/>
                <a:cs typeface="Arial" panose="020B0604020202020204" pitchFamily="34" charset="0"/>
              </a:rPr>
              <a:t>).</a:t>
            </a:r>
          </a:p>
        </p:txBody>
      </p:sp>
      <p:sp>
        <p:nvSpPr>
          <p:cNvPr id="12" name="Tekstvak 11">
            <a:extLst>
              <a:ext uri="{FF2B5EF4-FFF2-40B4-BE49-F238E27FC236}">
                <a16:creationId xmlns:a16="http://schemas.microsoft.com/office/drawing/2014/main" id="{F562A2F4-8E52-7247-7F27-3E4726EE9FDB}"/>
              </a:ext>
            </a:extLst>
          </p:cNvPr>
          <p:cNvSpPr txBox="1"/>
          <p:nvPr/>
        </p:nvSpPr>
        <p:spPr>
          <a:xfrm>
            <a:off x="528578" y="6442075"/>
            <a:ext cx="5567422" cy="400110"/>
          </a:xfrm>
          <a:prstGeom prst="rect">
            <a:avLst/>
          </a:prstGeom>
          <a:noFill/>
        </p:spPr>
        <p:txBody>
          <a:bodyPr wrap="square" rtlCol="0">
            <a:spAutoFit/>
          </a:bodyPr>
          <a:lstStyle/>
          <a:p>
            <a:r>
              <a:rPr lang="nl-NL" sz="1000">
                <a:latin typeface="Arial" panose="020B0604020202020204" pitchFamily="34" charset="0"/>
                <a:cs typeface="Arial" panose="020B0604020202020204" pitchFamily="34" charset="0"/>
              </a:rPr>
              <a:t>Figuur 13: </a:t>
            </a:r>
            <a:r>
              <a:rPr lang="nl-NL" sz="1000" err="1">
                <a:latin typeface="Arial" panose="020B0604020202020204" pitchFamily="34" charset="0"/>
                <a:cs typeface="Arial" panose="020B0604020202020204" pitchFamily="34" charset="0"/>
              </a:rPr>
              <a:t>Krona</a:t>
            </a:r>
            <a:r>
              <a:rPr lang="nl-NL" sz="1000">
                <a:latin typeface="Arial" panose="020B0604020202020204" pitchFamily="34" charset="0"/>
                <a:cs typeface="Arial" panose="020B0604020202020204" pitchFamily="34" charset="0"/>
              </a:rPr>
              <a:t> visualisatie van barcode_merge01-03-04-05-22-23 (patiënten samples). Filters: Q10, L1200, ML2000, C0.07 </a:t>
            </a:r>
          </a:p>
        </p:txBody>
      </p:sp>
    </p:spTree>
    <p:extLst>
      <p:ext uri="{BB962C8B-B14F-4D97-AF65-F5344CB8AC3E}">
        <p14:creationId xmlns:p14="http://schemas.microsoft.com/office/powerpoint/2010/main" val="974912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E3CBE-1144-5E96-A4B1-72CA07B7A987}"/>
              </a:ext>
            </a:extLst>
          </p:cNvPr>
          <p:cNvSpPr>
            <a:spLocks noGrp="1"/>
          </p:cNvSpPr>
          <p:nvPr>
            <p:ph type="title"/>
          </p:nvPr>
        </p:nvSpPr>
        <p:spPr/>
        <p:txBody>
          <a:bodyPr/>
          <a:lstStyle/>
          <a:p>
            <a:r>
              <a:rPr lang="en-US"/>
              <a:t>Late </a:t>
            </a:r>
            <a:r>
              <a:rPr lang="en-US" err="1"/>
              <a:t>colonisers</a:t>
            </a:r>
            <a:r>
              <a:rPr lang="en-US"/>
              <a:t> </a:t>
            </a:r>
            <a:r>
              <a:rPr lang="en-US" err="1"/>
              <a:t>Parodontitis</a:t>
            </a:r>
          </a:p>
        </p:txBody>
      </p:sp>
      <p:sp>
        <p:nvSpPr>
          <p:cNvPr id="4" name="Slide Number Placeholder 3">
            <a:extLst>
              <a:ext uri="{FF2B5EF4-FFF2-40B4-BE49-F238E27FC236}">
                <a16:creationId xmlns:a16="http://schemas.microsoft.com/office/drawing/2014/main" id="{37419FFB-CB2F-13CF-E2FE-0D6832B44949}"/>
              </a:ext>
            </a:extLst>
          </p:cNvPr>
          <p:cNvSpPr>
            <a:spLocks noGrp="1"/>
          </p:cNvSpPr>
          <p:nvPr>
            <p:ph type="sldNum" sz="quarter" idx="12"/>
          </p:nvPr>
        </p:nvSpPr>
        <p:spPr/>
        <p:txBody>
          <a:bodyPr/>
          <a:lstStyle/>
          <a:p>
            <a:fld id="{848E61ED-401C-4DAC-AB76-B5DE53166C55}" type="slidenum">
              <a:rPr lang="nl-NL" smtClean="0"/>
              <a:t>17</a:t>
            </a:fld>
            <a:endParaRPr lang="nl-NL"/>
          </a:p>
        </p:txBody>
      </p:sp>
      <p:pic>
        <p:nvPicPr>
          <p:cNvPr id="5" name="Picture 4" descr="A screenshot of a data&#10;&#10;AI-generated content may be incorrect.">
            <a:extLst>
              <a:ext uri="{FF2B5EF4-FFF2-40B4-BE49-F238E27FC236}">
                <a16:creationId xmlns:a16="http://schemas.microsoft.com/office/drawing/2014/main" id="{BE9F20AE-9DF9-009C-6639-CB0D14AD90F5}"/>
              </a:ext>
            </a:extLst>
          </p:cNvPr>
          <p:cNvPicPr>
            <a:picLocks noChangeAspect="1"/>
          </p:cNvPicPr>
          <p:nvPr/>
        </p:nvPicPr>
        <p:blipFill>
          <a:blip r:embed="rId2"/>
          <a:stretch>
            <a:fillRect/>
          </a:stretch>
        </p:blipFill>
        <p:spPr>
          <a:xfrm>
            <a:off x="2333" y="1725833"/>
            <a:ext cx="5504180" cy="4822190"/>
          </a:xfrm>
          <a:prstGeom prst="rect">
            <a:avLst/>
          </a:prstGeom>
        </p:spPr>
      </p:pic>
      <p:pic>
        <p:nvPicPr>
          <p:cNvPr id="15" name="Picture 14" descr="Circle PNG transparent image download, size: 512x512px">
            <a:extLst>
              <a:ext uri="{FF2B5EF4-FFF2-40B4-BE49-F238E27FC236}">
                <a16:creationId xmlns:a16="http://schemas.microsoft.com/office/drawing/2014/main" id="{F6265C22-F162-D9C3-CACE-1DFE8176C293}"/>
              </a:ext>
            </a:extLst>
          </p:cNvPr>
          <p:cNvPicPr>
            <a:picLocks noChangeAspect="1"/>
          </p:cNvPicPr>
          <p:nvPr/>
        </p:nvPicPr>
        <p:blipFill>
          <a:blip r:embed="rId3"/>
          <a:stretch>
            <a:fillRect/>
          </a:stretch>
        </p:blipFill>
        <p:spPr>
          <a:xfrm>
            <a:off x="-965200" y="5582920"/>
            <a:ext cx="4551680" cy="1280160"/>
          </a:xfrm>
          <a:prstGeom prst="rect">
            <a:avLst/>
          </a:prstGeom>
        </p:spPr>
      </p:pic>
      <p:sp>
        <p:nvSpPr>
          <p:cNvPr id="17" name="Tekstvak 16">
            <a:extLst>
              <a:ext uri="{FF2B5EF4-FFF2-40B4-BE49-F238E27FC236}">
                <a16:creationId xmlns:a16="http://schemas.microsoft.com/office/drawing/2014/main" id="{1AB464F4-0550-2F6A-C92A-FE5F4EBFC8F3}"/>
              </a:ext>
            </a:extLst>
          </p:cNvPr>
          <p:cNvSpPr txBox="1"/>
          <p:nvPr/>
        </p:nvSpPr>
        <p:spPr>
          <a:xfrm>
            <a:off x="0" y="1444467"/>
            <a:ext cx="6574420" cy="246221"/>
          </a:xfrm>
          <a:prstGeom prst="rect">
            <a:avLst/>
          </a:prstGeom>
          <a:noFill/>
        </p:spPr>
        <p:txBody>
          <a:bodyPr wrap="square">
            <a:spAutoFit/>
          </a:bodyPr>
          <a:lstStyle/>
          <a:p>
            <a:r>
              <a:rPr lang="nl-NL" sz="1000">
                <a:latin typeface="Arial" panose="020B0604020202020204" pitchFamily="34" charset="0"/>
                <a:cs typeface="Arial" panose="020B0604020202020204" pitchFamily="34" charset="0"/>
              </a:rPr>
              <a:t>Tabel 4: Relatieve </a:t>
            </a:r>
            <a:r>
              <a:rPr lang="nl-NL" sz="1000" err="1">
                <a:latin typeface="Arial" panose="020B0604020202020204" pitchFamily="34" charset="0"/>
                <a:cs typeface="Arial" panose="020B0604020202020204" pitchFamily="34" charset="0"/>
              </a:rPr>
              <a:t>abundance</a:t>
            </a:r>
            <a:r>
              <a:rPr lang="nl-NL" sz="1000">
                <a:latin typeface="Arial" panose="020B0604020202020204" pitchFamily="34" charset="0"/>
                <a:cs typeface="Arial" panose="020B0604020202020204" pitchFamily="34" charset="0"/>
              </a:rPr>
              <a:t> (%) bacterie </a:t>
            </a:r>
            <a:r>
              <a:rPr lang="nl-NL" sz="1000" err="1">
                <a:latin typeface="Arial" panose="020B0604020202020204" pitchFamily="34" charset="0"/>
                <a:cs typeface="Arial" panose="020B0604020202020204" pitchFamily="34" charset="0"/>
              </a:rPr>
              <a:t>patient_merge</a:t>
            </a:r>
            <a:r>
              <a:rPr lang="nl-NL" sz="1000">
                <a:latin typeface="Arial" panose="020B0604020202020204" pitchFamily="34" charset="0"/>
                <a:cs typeface="Arial" panose="020B0604020202020204" pitchFamily="34" charset="0"/>
              </a:rPr>
              <a:t> en </a:t>
            </a:r>
            <a:r>
              <a:rPr lang="nl-NL" sz="1000" err="1">
                <a:latin typeface="Arial" panose="020B0604020202020204" pitchFamily="34" charset="0"/>
                <a:cs typeface="Arial" panose="020B0604020202020204" pitchFamily="34" charset="0"/>
              </a:rPr>
              <a:t>student_merge</a:t>
            </a:r>
            <a:r>
              <a:rPr lang="nl-NL" sz="1000">
                <a:latin typeface="Arial" panose="020B0604020202020204" pitchFamily="34" charset="0"/>
                <a:cs typeface="Arial" panose="020B0604020202020204" pitchFamily="34" charset="0"/>
              </a:rPr>
              <a:t> (controle).</a:t>
            </a:r>
          </a:p>
        </p:txBody>
      </p:sp>
    </p:spTree>
    <p:extLst>
      <p:ext uri="{BB962C8B-B14F-4D97-AF65-F5344CB8AC3E}">
        <p14:creationId xmlns:p14="http://schemas.microsoft.com/office/powerpoint/2010/main" val="52725048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A01655-F4DA-6069-0FB0-30934A8EE26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AA6C7D1-7303-F37C-E8BF-2AB92A0BE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EA0B72A-33A5-B000-40CA-351BA20521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6F004B4-34FA-35DF-0473-64C43394F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1D5F158-F9F4-1FF6-5397-8F4D8A93B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1F918D8-378A-AF81-F76A-032009106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FC18E12-DA1A-4BC1-67E7-369D1E41393D}"/>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panose="020B0604020202020204" pitchFamily="34" charset="0"/>
                <a:cs typeface="Arial" panose="020B0604020202020204" pitchFamily="34" charset="0"/>
              </a:rPr>
              <a:t>Conclusie – 16s </a:t>
            </a:r>
            <a:r>
              <a:rPr lang="nl-NL" sz="4000" b="1" err="1">
                <a:solidFill>
                  <a:srgbClr val="FFFFFF"/>
                </a:solidFill>
                <a:latin typeface="Arial" panose="020B0604020202020204" pitchFamily="34" charset="0"/>
                <a:cs typeface="Arial" panose="020B0604020202020204" pitchFamily="34" charset="0"/>
              </a:rPr>
              <a:t>sequencing</a:t>
            </a:r>
            <a:endParaRPr lang="nl-NL" sz="4000" b="1">
              <a:solidFill>
                <a:srgbClr val="FFFFFF"/>
              </a:solidFill>
              <a:latin typeface="Arial" panose="020B0604020202020204" pitchFamily="34" charset="0"/>
              <a:cs typeface="Arial" panose="020B0604020202020204" pitchFamily="34" charset="0"/>
            </a:endParaRPr>
          </a:p>
        </p:txBody>
      </p:sp>
      <p:sp>
        <p:nvSpPr>
          <p:cNvPr id="3" name="Tijdelijke aanduiding voor inhoud 2">
            <a:extLst>
              <a:ext uri="{FF2B5EF4-FFF2-40B4-BE49-F238E27FC236}">
                <a16:creationId xmlns:a16="http://schemas.microsoft.com/office/drawing/2014/main" id="{05CAD9D8-080F-5C4A-5CC4-A99056D051E9}"/>
              </a:ext>
            </a:extLst>
          </p:cNvPr>
          <p:cNvSpPr>
            <a:spLocks noGrp="1"/>
          </p:cNvSpPr>
          <p:nvPr>
            <p:ph idx="1"/>
          </p:nvPr>
        </p:nvSpPr>
        <p:spPr>
          <a:xfrm>
            <a:off x="1371599" y="1885279"/>
            <a:ext cx="9724031" cy="4116276"/>
          </a:xfrm>
        </p:spPr>
        <p:txBody>
          <a:bodyPr anchor="t">
            <a:normAutofit/>
          </a:bodyPr>
          <a:lstStyle/>
          <a:p>
            <a:r>
              <a:rPr lang="nl-NL" sz="2000">
                <a:latin typeface="Arial"/>
                <a:cs typeface="Arial"/>
              </a:rPr>
              <a:t>Komt de samenstelling van de </a:t>
            </a:r>
            <a:r>
              <a:rPr lang="nl-NL" sz="2000" err="1">
                <a:latin typeface="Arial"/>
                <a:cs typeface="Arial"/>
              </a:rPr>
              <a:t>Zymobiomics</a:t>
            </a:r>
            <a:r>
              <a:rPr lang="nl-NL" sz="2000">
                <a:latin typeface="Arial"/>
                <a:cs typeface="Arial"/>
              </a:rPr>
              <a:t> </a:t>
            </a:r>
            <a:r>
              <a:rPr lang="nl-NL" sz="2000" err="1">
                <a:latin typeface="Arial"/>
                <a:cs typeface="Arial"/>
              </a:rPr>
              <a:t>oral</a:t>
            </a:r>
            <a:r>
              <a:rPr lang="nl-NL" sz="2000">
                <a:latin typeface="Arial"/>
                <a:cs typeface="Arial"/>
              </a:rPr>
              <a:t> </a:t>
            </a:r>
            <a:r>
              <a:rPr lang="nl-NL" sz="2000" err="1">
                <a:latin typeface="Arial"/>
                <a:cs typeface="Arial"/>
              </a:rPr>
              <a:t>microbiome</a:t>
            </a:r>
            <a:r>
              <a:rPr lang="nl-NL" sz="2000">
                <a:latin typeface="Arial"/>
                <a:cs typeface="Arial"/>
              </a:rPr>
              <a:t> kit overeen met de gevonden samenstelling bij 16s </a:t>
            </a:r>
            <a:r>
              <a:rPr lang="nl-NL" sz="2000" err="1">
                <a:latin typeface="Arial"/>
                <a:cs typeface="Arial"/>
              </a:rPr>
              <a:t>rRNA</a:t>
            </a:r>
            <a:r>
              <a:rPr lang="nl-NL" sz="2000">
                <a:latin typeface="Arial"/>
                <a:cs typeface="Arial"/>
              </a:rPr>
              <a:t>  </a:t>
            </a:r>
            <a:r>
              <a:rPr lang="nl-NL" sz="2000" err="1">
                <a:latin typeface="Arial"/>
                <a:cs typeface="Arial"/>
              </a:rPr>
              <a:t>sequencing</a:t>
            </a:r>
            <a:r>
              <a:rPr lang="nl-NL" sz="2000">
                <a:latin typeface="Arial"/>
                <a:cs typeface="Arial"/>
              </a:rPr>
              <a:t>?</a:t>
            </a:r>
          </a:p>
          <a:p>
            <a:pPr lvl="1"/>
            <a:r>
              <a:rPr lang="nl-NL" sz="1600">
                <a:latin typeface="Arial"/>
                <a:cs typeface="Arial"/>
              </a:rPr>
              <a:t>Prevalenties komen niet overeen</a:t>
            </a:r>
          </a:p>
          <a:p>
            <a:pPr lvl="1"/>
            <a:r>
              <a:rPr lang="nl-NL" sz="1600">
                <a:latin typeface="Arial"/>
                <a:cs typeface="Arial"/>
              </a:rPr>
              <a:t>Regelmatig bacteriën</a:t>
            </a:r>
            <a:r>
              <a:rPr lang="nl-NL" sz="1600" i="1">
                <a:latin typeface="Arial"/>
                <a:cs typeface="Arial"/>
              </a:rPr>
              <a:t> </a:t>
            </a:r>
            <a:r>
              <a:rPr lang="nl-NL" sz="1600">
                <a:latin typeface="Arial"/>
                <a:cs typeface="Arial"/>
              </a:rPr>
              <a:t>niet gevonden</a:t>
            </a:r>
          </a:p>
          <a:p>
            <a:pPr lvl="1"/>
            <a:endParaRPr lang="nl-NL" sz="1600">
              <a:latin typeface="Arial" panose="020B0604020202020204" pitchFamily="34" charset="0"/>
              <a:cs typeface="Arial" panose="020B0604020202020204" pitchFamily="34" charset="0"/>
            </a:endParaRPr>
          </a:p>
          <a:p>
            <a:pPr lvl="1"/>
            <a:endParaRPr lang="nl-NL" sz="1600">
              <a:latin typeface="Arial" panose="020B0604020202020204" pitchFamily="34" charset="0"/>
              <a:cs typeface="Arial" panose="020B0604020202020204" pitchFamily="34" charset="0"/>
            </a:endParaRPr>
          </a:p>
          <a:p>
            <a:r>
              <a:rPr lang="nl-NL" sz="2000">
                <a:latin typeface="Arial"/>
                <a:cs typeface="Arial"/>
              </a:rPr>
              <a:t>Wat is het verschil in de samenstelling van het orale </a:t>
            </a:r>
            <a:r>
              <a:rPr lang="nl-NL" sz="2000" err="1">
                <a:latin typeface="Arial"/>
                <a:cs typeface="Arial"/>
              </a:rPr>
              <a:t>microbioom</a:t>
            </a:r>
            <a:r>
              <a:rPr lang="nl-NL" sz="2000">
                <a:latin typeface="Arial"/>
                <a:cs typeface="Arial"/>
              </a:rPr>
              <a:t> bij mensen met en zonder parodontitis. Wat zijn de meest voorkomende soorten bij parodontitis patiënten?</a:t>
            </a:r>
            <a:endParaRPr lang="nl-NL" sz="2000">
              <a:latin typeface="Arial" panose="020B0604020202020204" pitchFamily="34" charset="0"/>
              <a:cs typeface="Arial" panose="020B0604020202020204" pitchFamily="34" charset="0"/>
            </a:endParaRPr>
          </a:p>
          <a:p>
            <a:pPr lvl="1"/>
            <a:r>
              <a:rPr lang="nl-NL" sz="1600">
                <a:latin typeface="Arial"/>
                <a:cs typeface="Arial"/>
              </a:rPr>
              <a:t>Grotendeels gelijk aan verwachting</a:t>
            </a:r>
            <a:endParaRPr lang="nl-NL" sz="1600">
              <a:latin typeface="Arial" panose="020B0604020202020204" pitchFamily="34" charset="0"/>
              <a:cs typeface="Arial" panose="020B0604020202020204" pitchFamily="34" charset="0"/>
            </a:endParaRPr>
          </a:p>
          <a:p>
            <a:pPr lvl="1"/>
            <a:r>
              <a:rPr lang="nl-NL" sz="1600">
                <a:latin typeface="Arial"/>
                <a:cs typeface="Arial"/>
              </a:rPr>
              <a:t>Uitzondering: </a:t>
            </a:r>
            <a:r>
              <a:rPr lang="es-ES" sz="1600" i="1" err="1">
                <a:latin typeface="Arial"/>
                <a:cs typeface="Arial"/>
              </a:rPr>
              <a:t>Neiseria</a:t>
            </a:r>
            <a:r>
              <a:rPr lang="es-ES" sz="1600" i="1">
                <a:latin typeface="Arial"/>
                <a:cs typeface="Arial"/>
              </a:rPr>
              <a:t> </a:t>
            </a:r>
            <a:r>
              <a:rPr lang="es-ES" sz="1600" i="1" err="1">
                <a:latin typeface="Arial"/>
                <a:cs typeface="Arial"/>
              </a:rPr>
              <a:t>spp</a:t>
            </a:r>
            <a:r>
              <a:rPr lang="es-ES" sz="1600" i="1">
                <a:latin typeface="Arial"/>
                <a:cs typeface="Arial"/>
              </a:rPr>
              <a:t>.</a:t>
            </a:r>
            <a:r>
              <a:rPr lang="es-ES" sz="1600">
                <a:latin typeface="Arial"/>
                <a:cs typeface="Arial"/>
              </a:rPr>
              <a:t> en </a:t>
            </a:r>
            <a:r>
              <a:rPr lang="es-ES" sz="1600" i="1" err="1">
                <a:latin typeface="Arial"/>
                <a:cs typeface="Arial"/>
              </a:rPr>
              <a:t>Campylobacter</a:t>
            </a:r>
            <a:r>
              <a:rPr lang="es-ES" sz="1600" i="1">
                <a:latin typeface="Arial"/>
                <a:cs typeface="Arial"/>
              </a:rPr>
              <a:t> </a:t>
            </a:r>
            <a:r>
              <a:rPr lang="es-ES" sz="1600" i="1" err="1">
                <a:latin typeface="Arial"/>
                <a:cs typeface="Arial"/>
              </a:rPr>
              <a:t>gracilis</a:t>
            </a:r>
            <a:endParaRPr lang="es-ES" sz="1600" i="1">
              <a:latin typeface="Arial"/>
              <a:cs typeface="Arial"/>
            </a:endParaRPr>
          </a:p>
          <a:p>
            <a:pPr lvl="1"/>
            <a:r>
              <a:rPr lang="es-ES" sz="1600">
                <a:latin typeface="Arial"/>
                <a:cs typeface="Arial"/>
              </a:rPr>
              <a:t>Late colonisers</a:t>
            </a:r>
            <a:endParaRPr lang="es-ES" sz="1600">
              <a:latin typeface="Arial" panose="020B0604020202020204" pitchFamily="34" charset="0"/>
              <a:cs typeface="Arial" panose="020B0604020202020204" pitchFamily="34" charset="0"/>
            </a:endParaRPr>
          </a:p>
          <a:p>
            <a:pPr marL="0" indent="0">
              <a:buNone/>
            </a:pPr>
            <a:endParaRPr lang="nl-NL" sz="2000">
              <a:latin typeface="Arial" panose="020B0604020202020204" pitchFamily="34" charset="0"/>
              <a:cs typeface="Arial" panose="020B0604020202020204" pitchFamily="34" charset="0"/>
            </a:endParaRPr>
          </a:p>
          <a:p>
            <a:endParaRPr lang="nl-NL" sz="2000">
              <a:latin typeface="Arial" panose="020B0604020202020204" pitchFamily="34" charset="0"/>
              <a:cs typeface="Arial" panose="020B0604020202020204" pitchFamily="34" charset="0"/>
            </a:endParaRPr>
          </a:p>
        </p:txBody>
      </p:sp>
      <p:sp>
        <p:nvSpPr>
          <p:cNvPr id="4" name="Tijdelijke aanduiding voor dianummer 3">
            <a:extLst>
              <a:ext uri="{FF2B5EF4-FFF2-40B4-BE49-F238E27FC236}">
                <a16:creationId xmlns:a16="http://schemas.microsoft.com/office/drawing/2014/main" id="{505FC1CF-BE5A-13B6-C5A9-FED399A4863F}"/>
              </a:ext>
            </a:extLst>
          </p:cNvPr>
          <p:cNvSpPr>
            <a:spLocks noGrp="1"/>
          </p:cNvSpPr>
          <p:nvPr>
            <p:ph type="sldNum" sz="quarter" idx="12"/>
          </p:nvPr>
        </p:nvSpPr>
        <p:spPr/>
        <p:txBody>
          <a:bodyPr/>
          <a:lstStyle/>
          <a:p>
            <a:fld id="{848E61ED-401C-4DAC-AB76-B5DE53166C55}" type="slidenum">
              <a:rPr lang="nl-NL" smtClean="0"/>
              <a:t>18</a:t>
            </a:fld>
            <a:endParaRPr lang="nl-NL"/>
          </a:p>
        </p:txBody>
      </p:sp>
    </p:spTree>
    <p:extLst>
      <p:ext uri="{BB962C8B-B14F-4D97-AF65-F5344CB8AC3E}">
        <p14:creationId xmlns:p14="http://schemas.microsoft.com/office/powerpoint/2010/main" val="3449806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A26DFB-0AD7-66FE-C60C-4DDEDDCAF57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C3E6D1-0202-A3DB-5DFB-B72B025F86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6BC9D6-A7FE-6CBF-5401-3F8658A4B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E39D9C5-5763-CF3D-9F58-CFB277B30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A3CEC13-93BA-7A71-DC93-E6C9DF877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E47FD0-79A8-736F-55D6-0491EF1AD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14C174B-4948-5663-F62D-D313C072A7BC}"/>
              </a:ext>
            </a:extLst>
          </p:cNvPr>
          <p:cNvSpPr>
            <a:spLocks noGrp="1"/>
          </p:cNvSpPr>
          <p:nvPr>
            <p:ph type="title"/>
          </p:nvPr>
        </p:nvSpPr>
        <p:spPr>
          <a:xfrm>
            <a:off x="1371599" y="457398"/>
            <a:ext cx="9895951" cy="395112"/>
          </a:xfrm>
        </p:spPr>
        <p:txBody>
          <a:bodyPr>
            <a:normAutofit fontScale="90000"/>
          </a:bodyPr>
          <a:lstStyle/>
          <a:p>
            <a:pPr algn="ctr"/>
            <a:r>
              <a:rPr lang="nl-NL" sz="4000" b="1">
                <a:solidFill>
                  <a:srgbClr val="FFFFFF"/>
                </a:solidFill>
                <a:latin typeface="Arial" panose="020B0604020202020204" pitchFamily="34" charset="0"/>
                <a:cs typeface="Arial" panose="020B0604020202020204" pitchFamily="34" charset="0"/>
              </a:rPr>
              <a:t>Discussie – 16s </a:t>
            </a:r>
            <a:r>
              <a:rPr lang="nl-NL" sz="4000" b="1" err="1">
                <a:solidFill>
                  <a:srgbClr val="FFFFFF"/>
                </a:solidFill>
                <a:latin typeface="Arial" panose="020B0604020202020204" pitchFamily="34" charset="0"/>
                <a:cs typeface="Arial" panose="020B0604020202020204" pitchFamily="34" charset="0"/>
              </a:rPr>
              <a:t>sequencing</a:t>
            </a:r>
            <a:endParaRPr lang="nl-NL" sz="4000" b="1">
              <a:solidFill>
                <a:srgbClr val="FFFFFF"/>
              </a:solidFill>
              <a:latin typeface="Arial" panose="020B0604020202020204" pitchFamily="34" charset="0"/>
              <a:cs typeface="Arial" panose="020B0604020202020204" pitchFamily="34" charset="0"/>
            </a:endParaRPr>
          </a:p>
        </p:txBody>
      </p:sp>
      <p:sp>
        <p:nvSpPr>
          <p:cNvPr id="3" name="Tijdelijke aanduiding voor inhoud 2">
            <a:extLst>
              <a:ext uri="{FF2B5EF4-FFF2-40B4-BE49-F238E27FC236}">
                <a16:creationId xmlns:a16="http://schemas.microsoft.com/office/drawing/2014/main" id="{A14AD9A0-A7D7-5022-6A28-11B45A1CD2B9}"/>
              </a:ext>
            </a:extLst>
          </p:cNvPr>
          <p:cNvSpPr>
            <a:spLocks noGrp="1"/>
          </p:cNvSpPr>
          <p:nvPr>
            <p:ph idx="1"/>
          </p:nvPr>
        </p:nvSpPr>
        <p:spPr>
          <a:xfrm>
            <a:off x="1371599" y="1885279"/>
            <a:ext cx="9724031" cy="4116276"/>
          </a:xfrm>
        </p:spPr>
        <p:txBody>
          <a:bodyPr anchor="t">
            <a:normAutofit fontScale="85000" lnSpcReduction="20000"/>
          </a:bodyPr>
          <a:lstStyle/>
          <a:p>
            <a:r>
              <a:rPr lang="nl-NL" sz="2000" i="1">
                <a:latin typeface="Arial"/>
                <a:cs typeface="Arial"/>
              </a:rPr>
              <a:t>Methode</a:t>
            </a:r>
          </a:p>
          <a:p>
            <a:pPr lvl="1"/>
            <a:r>
              <a:rPr lang="nl-NL" sz="1600" i="1">
                <a:latin typeface="Arial"/>
                <a:cs typeface="Arial"/>
              </a:rPr>
              <a:t>Te weinig input DNA</a:t>
            </a:r>
          </a:p>
          <a:p>
            <a:pPr lvl="2">
              <a:buFont typeface="Wingdings" panose="020B0604020202020204" pitchFamily="34" charset="0"/>
              <a:buChar char="§"/>
            </a:pPr>
            <a:r>
              <a:rPr lang="nl-NL" sz="1200" i="1">
                <a:latin typeface="Arial"/>
                <a:cs typeface="Arial"/>
              </a:rPr>
              <a:t>ATCC</a:t>
            </a:r>
          </a:p>
          <a:p>
            <a:r>
              <a:rPr lang="nl-NL" sz="2000" i="1">
                <a:latin typeface="Arial"/>
                <a:cs typeface="Arial"/>
              </a:rPr>
              <a:t>Data analyse</a:t>
            </a:r>
            <a:endParaRPr lang="nl-NL" sz="2000" i="1">
              <a:latin typeface="Arial" panose="020B0604020202020204" pitchFamily="34" charset="0"/>
              <a:cs typeface="Arial" panose="020B0604020202020204" pitchFamily="34" charset="0"/>
            </a:endParaRPr>
          </a:p>
          <a:p>
            <a:pPr lvl="1"/>
            <a:r>
              <a:rPr lang="nl-NL" sz="1600" i="1">
                <a:latin typeface="Arial"/>
                <a:cs typeface="Arial"/>
              </a:rPr>
              <a:t>16s bedoeld voor genera, </a:t>
            </a:r>
            <a:r>
              <a:rPr lang="nl-NL" sz="1600" i="1" err="1">
                <a:latin typeface="Arial"/>
                <a:cs typeface="Arial"/>
              </a:rPr>
              <a:t>validaite</a:t>
            </a:r>
            <a:r>
              <a:rPr lang="nl-NL" sz="1600" i="1">
                <a:latin typeface="Arial"/>
                <a:cs typeface="Arial"/>
              </a:rPr>
              <a:t> is species</a:t>
            </a:r>
          </a:p>
          <a:p>
            <a:pPr lvl="1"/>
            <a:r>
              <a:rPr lang="nl-NL" sz="1600" i="1">
                <a:latin typeface="Arial"/>
                <a:cs typeface="Arial"/>
              </a:rPr>
              <a:t>Nieuwe database proberen</a:t>
            </a:r>
          </a:p>
          <a:p>
            <a:pPr lvl="2">
              <a:buFont typeface="Wingdings" panose="020B0604020202020204" pitchFamily="34" charset="0"/>
              <a:buChar char="§"/>
            </a:pPr>
            <a:r>
              <a:rPr lang="nl-NL" sz="1200" i="1">
                <a:latin typeface="Arial"/>
                <a:cs typeface="Arial"/>
              </a:rPr>
              <a:t>SIVLA_SSU_REF_NR_132</a:t>
            </a:r>
          </a:p>
          <a:p>
            <a:pPr lvl="3"/>
            <a:r>
              <a:rPr lang="nl-NL" sz="1000" i="1">
                <a:latin typeface="Arial"/>
                <a:cs typeface="Arial"/>
              </a:rPr>
              <a:t>Genera database</a:t>
            </a:r>
          </a:p>
          <a:p>
            <a:pPr lvl="1"/>
            <a:r>
              <a:rPr lang="nl-NL" sz="1600">
                <a:latin typeface="Arial"/>
                <a:cs typeface="Arial"/>
              </a:rPr>
              <a:t>Geregeld bacteriën niet aanwezig bij validatie</a:t>
            </a:r>
          </a:p>
          <a:p>
            <a:pPr lvl="1"/>
            <a:r>
              <a:rPr lang="nl-NL" sz="1600">
                <a:latin typeface="Arial"/>
                <a:cs typeface="Arial"/>
              </a:rPr>
              <a:t>Primer binding</a:t>
            </a:r>
          </a:p>
          <a:p>
            <a:pPr lvl="1"/>
            <a:r>
              <a:rPr lang="nl-NL" sz="1600">
                <a:latin typeface="Arial"/>
                <a:cs typeface="Arial"/>
              </a:rPr>
              <a:t>16S </a:t>
            </a:r>
            <a:r>
              <a:rPr lang="nl-NL" sz="1600" err="1">
                <a:latin typeface="Arial"/>
                <a:cs typeface="Arial"/>
              </a:rPr>
              <a:t>barcoding</a:t>
            </a:r>
            <a:r>
              <a:rPr lang="nl-NL" sz="1600">
                <a:latin typeface="Arial"/>
                <a:cs typeface="Arial"/>
              </a:rPr>
              <a:t> kit 24 V14</a:t>
            </a:r>
          </a:p>
          <a:p>
            <a:pPr lvl="2">
              <a:buFont typeface="Wingdings" panose="020B0604020202020204" pitchFamily="34" charset="0"/>
              <a:buChar char="§"/>
            </a:pPr>
            <a:r>
              <a:rPr lang="nl-NL" sz="1200">
                <a:latin typeface="Arial"/>
                <a:cs typeface="Arial"/>
              </a:rPr>
              <a:t>Ook genera niet species</a:t>
            </a:r>
          </a:p>
          <a:p>
            <a:r>
              <a:rPr lang="nl-NL" sz="2000">
                <a:latin typeface="Arial"/>
                <a:cs typeface="Arial"/>
              </a:rPr>
              <a:t>Resultaten:</a:t>
            </a:r>
            <a:endParaRPr lang="nl-NL"/>
          </a:p>
          <a:p>
            <a:pPr lvl="1"/>
            <a:r>
              <a:rPr lang="nl-NL" sz="1600" i="1">
                <a:latin typeface="Arial"/>
                <a:cs typeface="Arial"/>
              </a:rPr>
              <a:t>Bacteriën</a:t>
            </a:r>
            <a:endParaRPr lang="nl-NL">
              <a:latin typeface="Aptos" panose="02110004020202020204"/>
              <a:cs typeface="Arial"/>
            </a:endParaRPr>
          </a:p>
          <a:p>
            <a:pPr lvl="2">
              <a:buFont typeface="Wingdings" panose="020B0604020202020204" pitchFamily="34" charset="0"/>
              <a:buChar char="§"/>
            </a:pPr>
            <a:r>
              <a:rPr lang="nl-NL" sz="1200" i="1">
                <a:latin typeface="Arial"/>
                <a:cs typeface="Arial"/>
              </a:rPr>
              <a:t>Neisseria </a:t>
            </a:r>
            <a:r>
              <a:rPr lang="nl-NL" sz="1200" i="1" err="1">
                <a:latin typeface="Arial"/>
                <a:cs typeface="Arial"/>
              </a:rPr>
              <a:t>spp</a:t>
            </a:r>
            <a:r>
              <a:rPr lang="nl-NL" sz="1200" i="1">
                <a:latin typeface="Arial"/>
                <a:cs typeface="Arial"/>
              </a:rPr>
              <a:t>.</a:t>
            </a:r>
            <a:endParaRPr lang="nl-NL"/>
          </a:p>
          <a:p>
            <a:pPr lvl="2">
              <a:buFont typeface="Wingdings" panose="020B0604020202020204" pitchFamily="34" charset="0"/>
              <a:buChar char="§"/>
            </a:pPr>
            <a:r>
              <a:rPr lang="nl-NL" sz="1200" i="1">
                <a:latin typeface="Arial"/>
                <a:cs typeface="Arial"/>
              </a:rPr>
              <a:t>Campylobacter </a:t>
            </a:r>
            <a:r>
              <a:rPr lang="nl-NL" sz="1200" i="1" err="1">
                <a:latin typeface="Arial"/>
                <a:cs typeface="Arial"/>
              </a:rPr>
              <a:t>gracilis</a:t>
            </a:r>
          </a:p>
          <a:p>
            <a:r>
              <a:rPr lang="nl-NL" sz="2000">
                <a:latin typeface="Arial"/>
                <a:cs typeface="Arial"/>
              </a:rPr>
              <a:t>Vervolgonderzoek</a:t>
            </a:r>
          </a:p>
          <a:p>
            <a:pPr lvl="1"/>
            <a:r>
              <a:rPr lang="nl-NL" sz="1600">
                <a:latin typeface="Arial"/>
                <a:cs typeface="Arial"/>
              </a:rPr>
              <a:t>Als 16S, valideer op genera.</a:t>
            </a:r>
          </a:p>
          <a:p>
            <a:pPr lvl="1"/>
            <a:endParaRPr lang="nl-NL" sz="1600">
              <a:latin typeface="Arial"/>
              <a:cs typeface="Arial"/>
            </a:endParaRPr>
          </a:p>
        </p:txBody>
      </p:sp>
      <p:sp>
        <p:nvSpPr>
          <p:cNvPr id="4" name="Tijdelijke aanduiding voor dianummer 3">
            <a:extLst>
              <a:ext uri="{FF2B5EF4-FFF2-40B4-BE49-F238E27FC236}">
                <a16:creationId xmlns:a16="http://schemas.microsoft.com/office/drawing/2014/main" id="{5BC0BF4E-EA48-96C0-1648-FB4C68D2D0A1}"/>
              </a:ext>
            </a:extLst>
          </p:cNvPr>
          <p:cNvSpPr>
            <a:spLocks noGrp="1"/>
          </p:cNvSpPr>
          <p:nvPr>
            <p:ph type="sldNum" sz="quarter" idx="12"/>
          </p:nvPr>
        </p:nvSpPr>
        <p:spPr/>
        <p:txBody>
          <a:bodyPr/>
          <a:lstStyle/>
          <a:p>
            <a:fld id="{848E61ED-401C-4DAC-AB76-B5DE53166C55}" type="slidenum">
              <a:rPr lang="nl-NL" smtClean="0"/>
              <a:t>19</a:t>
            </a:fld>
            <a:endParaRPr lang="nl-NL"/>
          </a:p>
        </p:txBody>
      </p:sp>
    </p:spTree>
    <p:extLst>
      <p:ext uri="{BB962C8B-B14F-4D97-AF65-F5344CB8AC3E}">
        <p14:creationId xmlns:p14="http://schemas.microsoft.com/office/powerpoint/2010/main" val="4207593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E54805A4-5656-6E3B-C4CE-212951533FB0}"/>
              </a:ext>
            </a:extLst>
          </p:cNvPr>
          <p:cNvPicPr>
            <a:picLocks noChangeAspect="1"/>
          </p:cNvPicPr>
          <p:nvPr/>
        </p:nvPicPr>
        <p:blipFill>
          <a:blip r:embed="rId2"/>
          <a:stretch>
            <a:fillRect/>
          </a:stretch>
        </p:blipFill>
        <p:spPr>
          <a:xfrm>
            <a:off x="4175486" y="1508486"/>
            <a:ext cx="3841028" cy="3841028"/>
          </a:xfrm>
          <a:prstGeom prst="rect">
            <a:avLst/>
          </a:prstGeom>
        </p:spPr>
      </p:pic>
      <p:sp>
        <p:nvSpPr>
          <p:cNvPr id="5" name="Tijdelijke aanduiding voor dianummer 4">
            <a:extLst>
              <a:ext uri="{FF2B5EF4-FFF2-40B4-BE49-F238E27FC236}">
                <a16:creationId xmlns:a16="http://schemas.microsoft.com/office/drawing/2014/main" id="{2C8059EE-0A82-E73F-9AB2-097EE6DDD638}"/>
              </a:ext>
            </a:extLst>
          </p:cNvPr>
          <p:cNvSpPr>
            <a:spLocks noGrp="1"/>
          </p:cNvSpPr>
          <p:nvPr>
            <p:ph type="sldNum" sz="quarter" idx="12"/>
          </p:nvPr>
        </p:nvSpPr>
        <p:spPr/>
        <p:txBody>
          <a:bodyPr/>
          <a:lstStyle/>
          <a:p>
            <a:fld id="{848E61ED-401C-4DAC-AB76-B5DE53166C55}" type="slidenum">
              <a:rPr lang="nl-NL" smtClean="0"/>
              <a:t>20</a:t>
            </a:fld>
            <a:endParaRPr lang="nl-NL"/>
          </a:p>
        </p:txBody>
      </p:sp>
    </p:spTree>
    <p:extLst>
      <p:ext uri="{BB962C8B-B14F-4D97-AF65-F5344CB8AC3E}">
        <p14:creationId xmlns:p14="http://schemas.microsoft.com/office/powerpoint/2010/main" val="2737344315"/>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F538A53DF361E4896873324CB0C8846" ma:contentTypeVersion="3" ma:contentTypeDescription="Een nieuw document maken." ma:contentTypeScope="" ma:versionID="ca3f674da5872800adc66f82f72f4023">
  <xsd:schema xmlns:xsd="http://www.w3.org/2001/XMLSchema" xmlns:xs="http://www.w3.org/2001/XMLSchema" xmlns:p="http://schemas.microsoft.com/office/2006/metadata/properties" xmlns:ns2="3ac57116-7574-4e3e-bbbb-f8bd20e32cdc" targetNamespace="http://schemas.microsoft.com/office/2006/metadata/properties" ma:root="true" ma:fieldsID="c0ff265cc54ab3f82c488b30410f40c6" ns2:_="">
    <xsd:import namespace="3ac57116-7574-4e3e-bbbb-f8bd20e32cd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c57116-7574-4e3e-bbbb-f8bd20e32c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DAC380-3234-47BD-AB86-D931357D53B6}">
  <ds:schemaRefs>
    <ds:schemaRef ds:uri="http://schemas.microsoft.com/sharepoint/v3/contenttype/forms"/>
  </ds:schemaRefs>
</ds:datastoreItem>
</file>

<file path=customXml/itemProps2.xml><?xml version="1.0" encoding="utf-8"?>
<ds:datastoreItem xmlns:ds="http://schemas.openxmlformats.org/officeDocument/2006/customXml" ds:itemID="{8B1F997D-E2A0-4110-A576-EBEF2ECC9DE7}">
  <ds:schemaRefs>
    <ds:schemaRef ds:uri="3ac57116-7574-4e3e-bbbb-f8bd20e32c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04DD410-252D-4B2D-8FB5-F3ACF4A4A38B}">
  <ds:schemaRefs>
    <ds:schemaRef ds:uri="3ac57116-7574-4e3e-bbbb-f8bd20e32cd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4</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Kantoorthema</vt:lpstr>
      <vt:lpstr>(Bacteriële samenstelling van patiënten met parodontitis bepalen - 16s sequencing)</vt:lpstr>
      <vt:lpstr>Inhoudsopgave</vt:lpstr>
      <vt:lpstr>Inleiding</vt:lpstr>
      <vt:lpstr>Inleiding</vt:lpstr>
      <vt:lpstr>Inleiding</vt:lpstr>
      <vt:lpstr>Inleiding</vt:lpstr>
      <vt:lpstr>Inleiding</vt:lpstr>
      <vt:lpstr>Inleiding</vt:lpstr>
      <vt:lpstr>Inleiding</vt:lpstr>
      <vt:lpstr>Materiaal &amp; Methode</vt:lpstr>
      <vt:lpstr>Resultaten Validatie</vt:lpstr>
      <vt:lpstr>Resultaten Validatie</vt:lpstr>
      <vt:lpstr>Resultaten validatie</vt:lpstr>
      <vt:lpstr>Resultaten Validatie minikraken2_v2</vt:lpstr>
      <vt:lpstr>PowerPoint Presentation</vt:lpstr>
      <vt:lpstr>Patiënt T.O.V. controle</vt:lpstr>
      <vt:lpstr>Late colonisers Parodontitis</vt:lpstr>
      <vt:lpstr>Conclusie – 16s sequencing</vt:lpstr>
      <vt:lpstr>Discussie – 16s sequencing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Rachel van der Kreeft</dc:creator>
  <cp:revision>1</cp:revision>
  <dcterms:created xsi:type="dcterms:W3CDTF">2026-01-16T11:20:28Z</dcterms:created>
  <dcterms:modified xsi:type="dcterms:W3CDTF">2026-01-21T08:57:20Z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0x010100CF538A53DF361E4896873324CB0C8846</vt:lpwstr>
  </property>
</Properties>
</file>