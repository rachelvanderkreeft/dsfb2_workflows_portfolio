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7"/>
  </p:notesMasterIdLst>
  <p:sldIdLst>
    <p:sldId id="256" r:id="rId2"/>
    <p:sldId id="275" r:id="rId3"/>
    <p:sldId id="259" r:id="rId4"/>
    <p:sldId id="257" r:id="rId5"/>
    <p:sldId id="261" r:id="rId6"/>
    <p:sldId id="265" r:id="rId7"/>
    <p:sldId id="270" r:id="rId8"/>
    <p:sldId id="269" r:id="rId9"/>
    <p:sldId id="271" r:id="rId10"/>
    <p:sldId id="274" r:id="rId11"/>
    <p:sldId id="263" r:id="rId12"/>
    <p:sldId id="272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8E602E-B9BC-4927-8485-E5CE67B7BEE2}" v="52" dt="2026-01-20T23:48:33.6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822" autoAdjust="0"/>
    <p:restoredTop sz="96247" autoAdjust="0"/>
  </p:normalViewPr>
  <p:slideViewPr>
    <p:cSldViewPr snapToGrid="0">
      <p:cViewPr varScale="1">
        <p:scale>
          <a:sx n="106" d="100"/>
          <a:sy n="106" d="100"/>
        </p:scale>
        <p:origin x="108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en\AppData\Local\Microsoft\Olk\Attachments\ooa-1a175ec2-48db-4bf5-a52b-5e3823d87676\b5863cf7eed547f563d5385b16ba1addd2d2a46dcf6817288013ecf530147e00\WGS_workmap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en\AppData\Local\Microsoft\Olk\Attachments\ooa-1a175ec2-48db-4bf5-a52b-5e3823d87676\b5863cf7eed547f563d5385b16ba1addd2d2a46dcf6817288013ecf530147e00\WGS_workmap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en\Documents\Copy%20of%20WGS_workmap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en\AppData\Local\Microsoft\Olk\Attachments\ooa-1a175ec2-48db-4bf5-a52b-5e3823d87676\b5863cf7eed547f563d5385b16ba1addd2d2a46dcf6817288013ecf530147e00\WGS_workmap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Average percentage reads at 0.05 confidence compared to ATCC standard reads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'20112025 ATCC'!$C$116</c:f>
              <c:strCache>
                <c:ptCount val="1"/>
                <c:pt idx="0">
                  <c:v>LEN_0_AVG_std16 %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'20112025 ATCC'!$A$117:$A$122</c:f>
              <c:strCache>
                <c:ptCount val="6"/>
                <c:pt idx="0">
                  <c:v>Schaalia odontolytica</c:v>
                </c:pt>
                <c:pt idx="1">
                  <c:v>Prevotella melaninogenica</c:v>
                </c:pt>
                <c:pt idx="2">
                  <c:v>Fusobacterium nucleatum</c:v>
                </c:pt>
                <c:pt idx="3">
                  <c:v>Streptococcus mitis</c:v>
                </c:pt>
                <c:pt idx="4">
                  <c:v>Veillonella parvula</c:v>
                </c:pt>
                <c:pt idx="5">
                  <c:v>Haemophilus parainfluenzae</c:v>
                </c:pt>
              </c:strCache>
            </c:strRef>
          </c:cat>
          <c:val>
            <c:numRef>
              <c:f>'20112025 ATCC'!$C$117:$C$122</c:f>
              <c:numCache>
                <c:formatCode>General</c:formatCode>
                <c:ptCount val="6"/>
                <c:pt idx="0">
                  <c:v>4.3</c:v>
                </c:pt>
                <c:pt idx="1">
                  <c:v>11.4</c:v>
                </c:pt>
                <c:pt idx="2">
                  <c:v>48</c:v>
                </c:pt>
                <c:pt idx="3">
                  <c:v>1.2</c:v>
                </c:pt>
                <c:pt idx="4">
                  <c:v>22.4</c:v>
                </c:pt>
                <c:pt idx="5">
                  <c:v>12.2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3A-4D34-AE02-F1FB48406EA5}"/>
            </c:ext>
          </c:extLst>
        </c:ser>
        <c:ser>
          <c:idx val="2"/>
          <c:order val="2"/>
          <c:tx>
            <c:strRef>
              <c:f>'20112025 ATCC'!$D$116</c:f>
              <c:strCache>
                <c:ptCount val="1"/>
                <c:pt idx="0">
                  <c:v>LEN_0_AVG_miniv2 %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'20112025 ATCC'!$A$117:$A$122</c:f>
              <c:strCache>
                <c:ptCount val="6"/>
                <c:pt idx="0">
                  <c:v>Schaalia odontolytica</c:v>
                </c:pt>
                <c:pt idx="1">
                  <c:v>Prevotella melaninogenica</c:v>
                </c:pt>
                <c:pt idx="2">
                  <c:v>Fusobacterium nucleatum</c:v>
                </c:pt>
                <c:pt idx="3">
                  <c:v>Streptococcus mitis</c:v>
                </c:pt>
                <c:pt idx="4">
                  <c:v>Veillonella parvula</c:v>
                </c:pt>
                <c:pt idx="5">
                  <c:v>Haemophilus parainfluenzae</c:v>
                </c:pt>
              </c:strCache>
            </c:strRef>
          </c:cat>
          <c:val>
            <c:numRef>
              <c:f>'20112025 ATCC'!$D$117:$D$122</c:f>
              <c:numCache>
                <c:formatCode>General</c:formatCode>
                <c:ptCount val="6"/>
                <c:pt idx="0">
                  <c:v>0</c:v>
                </c:pt>
                <c:pt idx="1">
                  <c:v>12.6</c:v>
                </c:pt>
                <c:pt idx="2">
                  <c:v>57.7</c:v>
                </c:pt>
                <c:pt idx="3">
                  <c:v>1.8</c:v>
                </c:pt>
                <c:pt idx="4">
                  <c:v>16.100000000000001</c:v>
                </c:pt>
                <c:pt idx="5">
                  <c:v>11.2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93A-4D34-AE02-F1FB48406E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598352031"/>
        <c:axId val="1598352511"/>
      </c:barChart>
      <c:lineChart>
        <c:grouping val="standard"/>
        <c:varyColors val="0"/>
        <c:ser>
          <c:idx val="0"/>
          <c:order val="0"/>
          <c:tx>
            <c:strRef>
              <c:f>'20112025 ATCC'!$B$116</c:f>
              <c:strCache>
                <c:ptCount val="1"/>
                <c:pt idx="0">
                  <c:v>Theoretical %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'20112025 ATCC'!$A$117:$A$122</c:f>
              <c:strCache>
                <c:ptCount val="6"/>
                <c:pt idx="0">
                  <c:v>Schaalia odontolytica</c:v>
                </c:pt>
                <c:pt idx="1">
                  <c:v>Prevotella melaninogenica</c:v>
                </c:pt>
                <c:pt idx="2">
                  <c:v>Fusobacterium nucleatum</c:v>
                </c:pt>
                <c:pt idx="3">
                  <c:v>Streptococcus mitis</c:v>
                </c:pt>
                <c:pt idx="4">
                  <c:v>Veillonella parvula</c:v>
                </c:pt>
                <c:pt idx="5">
                  <c:v>Haemophilus parainfluenzae</c:v>
                </c:pt>
              </c:strCache>
            </c:strRef>
          </c:cat>
          <c:val>
            <c:numRef>
              <c:f>'20112025 ATCC'!$B$117:$B$122</c:f>
              <c:numCache>
                <c:formatCode>General</c:formatCode>
                <c:ptCount val="6"/>
                <c:pt idx="0">
                  <c:v>16.7</c:v>
                </c:pt>
                <c:pt idx="1">
                  <c:v>16.7</c:v>
                </c:pt>
                <c:pt idx="2">
                  <c:v>16.7</c:v>
                </c:pt>
                <c:pt idx="3">
                  <c:v>16.7</c:v>
                </c:pt>
                <c:pt idx="4">
                  <c:v>16.7</c:v>
                </c:pt>
                <c:pt idx="5">
                  <c:v>16.7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93A-4D34-AE02-F1FB48406E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98352031"/>
        <c:axId val="1598352511"/>
      </c:lineChart>
      <c:catAx>
        <c:axId val="15983520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8352511"/>
        <c:crosses val="autoZero"/>
        <c:auto val="1"/>
        <c:lblAlgn val="ctr"/>
        <c:lblOffset val="100"/>
        <c:noMultiLvlLbl val="0"/>
      </c:catAx>
      <c:valAx>
        <c:axId val="15983525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Procentuele fractie reads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 b="0" i="0" u="none" strike="noStrike" kern="1200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83520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Average percentage reads at 0.05 confidence compared to ZYMO standard reads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'20112025 ZYMO'!$C$202</c:f>
              <c:strCache>
                <c:ptCount val="1"/>
                <c:pt idx="0">
                  <c:v>LEN_0_AVG_std16 %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'20112025 ZYMO'!$A$203:$A$214</c:f>
              <c:strCache>
                <c:ptCount val="12"/>
                <c:pt idx="0">
                  <c:v>Streptococcus parasanguinis</c:v>
                </c:pt>
                <c:pt idx="1">
                  <c:v>Neisseria subflava</c:v>
                </c:pt>
                <c:pt idx="2">
                  <c:v>Veillonella parvula</c:v>
                </c:pt>
                <c:pt idx="3">
                  <c:v>Prevotella nigrescens</c:v>
                </c:pt>
                <c:pt idx="4">
                  <c:v>Haemophilus parainfluenzae</c:v>
                </c:pt>
                <c:pt idx="5">
                  <c:v>Streptococcus mitis</c:v>
                </c:pt>
                <c:pt idx="6">
                  <c:v>Schaalia odontolytica</c:v>
                </c:pt>
                <c:pt idx="7">
                  <c:v>Rothia dentocariosa</c:v>
                </c:pt>
                <c:pt idx="8">
                  <c:v>Fusobacterium nucleatum</c:v>
                </c:pt>
                <c:pt idx="9">
                  <c:v>Streptococcus mutans</c:v>
                </c:pt>
                <c:pt idx="10">
                  <c:v>Streptococcus salivarius</c:v>
                </c:pt>
                <c:pt idx="11">
                  <c:v>Porphyromonas gingivalis</c:v>
                </c:pt>
              </c:strCache>
            </c:strRef>
          </c:cat>
          <c:val>
            <c:numRef>
              <c:f>'20112025 ZYMO'!$C$203:$C$214</c:f>
              <c:numCache>
                <c:formatCode>General</c:formatCode>
                <c:ptCount val="12"/>
                <c:pt idx="0">
                  <c:v>30</c:v>
                </c:pt>
                <c:pt idx="1">
                  <c:v>14</c:v>
                </c:pt>
                <c:pt idx="2">
                  <c:v>13.5</c:v>
                </c:pt>
                <c:pt idx="3">
                  <c:v>14.4</c:v>
                </c:pt>
                <c:pt idx="4">
                  <c:v>8.6</c:v>
                </c:pt>
                <c:pt idx="5">
                  <c:v>7.7</c:v>
                </c:pt>
                <c:pt idx="6">
                  <c:v>4.3</c:v>
                </c:pt>
                <c:pt idx="7">
                  <c:v>3.5</c:v>
                </c:pt>
                <c:pt idx="8">
                  <c:v>1.3</c:v>
                </c:pt>
                <c:pt idx="9">
                  <c:v>0.4</c:v>
                </c:pt>
                <c:pt idx="10">
                  <c:v>0.5</c:v>
                </c:pt>
                <c:pt idx="1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A1-4C5A-8428-AAB6C2882629}"/>
            </c:ext>
          </c:extLst>
        </c:ser>
        <c:ser>
          <c:idx val="2"/>
          <c:order val="2"/>
          <c:tx>
            <c:strRef>
              <c:f>'20112025 ZYMO'!$D$202</c:f>
              <c:strCache>
                <c:ptCount val="1"/>
                <c:pt idx="0">
                  <c:v>LEN_0_AVG_miniv2 %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'20112025 ZYMO'!$A$203:$A$214</c:f>
              <c:strCache>
                <c:ptCount val="12"/>
                <c:pt idx="0">
                  <c:v>Streptococcus parasanguinis</c:v>
                </c:pt>
                <c:pt idx="1">
                  <c:v>Neisseria subflava</c:v>
                </c:pt>
                <c:pt idx="2">
                  <c:v>Veillonella parvula</c:v>
                </c:pt>
                <c:pt idx="3">
                  <c:v>Prevotella nigrescens</c:v>
                </c:pt>
                <c:pt idx="4">
                  <c:v>Haemophilus parainfluenzae</c:v>
                </c:pt>
                <c:pt idx="5">
                  <c:v>Streptococcus mitis</c:v>
                </c:pt>
                <c:pt idx="6">
                  <c:v>Schaalia odontolytica</c:v>
                </c:pt>
                <c:pt idx="7">
                  <c:v>Rothia dentocariosa</c:v>
                </c:pt>
                <c:pt idx="8">
                  <c:v>Fusobacterium nucleatum</c:v>
                </c:pt>
                <c:pt idx="9">
                  <c:v>Streptococcus mutans</c:v>
                </c:pt>
                <c:pt idx="10">
                  <c:v>Streptococcus salivarius</c:v>
                </c:pt>
                <c:pt idx="11">
                  <c:v>Porphyromonas gingivalis</c:v>
                </c:pt>
              </c:strCache>
            </c:strRef>
          </c:cat>
          <c:val>
            <c:numRef>
              <c:f>'20112025 ZYMO'!$D$203:$D$214</c:f>
              <c:numCache>
                <c:formatCode>General</c:formatCode>
                <c:ptCount val="12"/>
                <c:pt idx="0">
                  <c:v>15.5</c:v>
                </c:pt>
                <c:pt idx="1">
                  <c:v>8.9</c:v>
                </c:pt>
                <c:pt idx="2">
                  <c:v>16.7</c:v>
                </c:pt>
                <c:pt idx="3">
                  <c:v>0</c:v>
                </c:pt>
                <c:pt idx="4">
                  <c:v>9.1999999999999993</c:v>
                </c:pt>
                <c:pt idx="5">
                  <c:v>9.3000000000000007</c:v>
                </c:pt>
                <c:pt idx="6">
                  <c:v>0</c:v>
                </c:pt>
                <c:pt idx="7">
                  <c:v>8</c:v>
                </c:pt>
                <c:pt idx="8">
                  <c:v>3</c:v>
                </c:pt>
                <c:pt idx="9">
                  <c:v>1</c:v>
                </c:pt>
                <c:pt idx="10">
                  <c:v>5.7</c:v>
                </c:pt>
                <c:pt idx="1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DA1-4C5A-8428-AAB6C28826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486158495"/>
        <c:axId val="1486157055"/>
      </c:barChart>
      <c:lineChart>
        <c:grouping val="standard"/>
        <c:varyColors val="0"/>
        <c:ser>
          <c:idx val="0"/>
          <c:order val="0"/>
          <c:tx>
            <c:strRef>
              <c:f>'20112025 ZYMO'!$B$202</c:f>
              <c:strCache>
                <c:ptCount val="1"/>
                <c:pt idx="0">
                  <c:v>Theoretical %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'20112025 ZYMO'!$A$203:$A$214</c:f>
              <c:strCache>
                <c:ptCount val="12"/>
                <c:pt idx="0">
                  <c:v>Streptococcus parasanguinis</c:v>
                </c:pt>
                <c:pt idx="1">
                  <c:v>Neisseria subflava</c:v>
                </c:pt>
                <c:pt idx="2">
                  <c:v>Veillonella parvula</c:v>
                </c:pt>
                <c:pt idx="3">
                  <c:v>Prevotella nigrescens</c:v>
                </c:pt>
                <c:pt idx="4">
                  <c:v>Haemophilus parainfluenzae</c:v>
                </c:pt>
                <c:pt idx="5">
                  <c:v>Streptococcus mitis</c:v>
                </c:pt>
                <c:pt idx="6">
                  <c:v>Schaalia odontolytica</c:v>
                </c:pt>
                <c:pt idx="7">
                  <c:v>Rothia dentocariosa</c:v>
                </c:pt>
                <c:pt idx="8">
                  <c:v>Fusobacterium nucleatum</c:v>
                </c:pt>
                <c:pt idx="9">
                  <c:v>Streptococcus mutans</c:v>
                </c:pt>
                <c:pt idx="10">
                  <c:v>Streptococcus salivarius</c:v>
                </c:pt>
                <c:pt idx="11">
                  <c:v>Porphyromonas gingivalis</c:v>
                </c:pt>
              </c:strCache>
            </c:strRef>
          </c:cat>
          <c:val>
            <c:numRef>
              <c:f>'20112025 ZYMO'!$B$203:$B$214</c:f>
              <c:numCache>
                <c:formatCode>General</c:formatCode>
                <c:ptCount val="12"/>
                <c:pt idx="0">
                  <c:v>16</c:v>
                </c:pt>
                <c:pt idx="1">
                  <c:v>16</c:v>
                </c:pt>
                <c:pt idx="2">
                  <c:v>16</c:v>
                </c:pt>
                <c:pt idx="3">
                  <c:v>16</c:v>
                </c:pt>
                <c:pt idx="4">
                  <c:v>8</c:v>
                </c:pt>
                <c:pt idx="5">
                  <c:v>8</c:v>
                </c:pt>
                <c:pt idx="6">
                  <c:v>8</c:v>
                </c:pt>
                <c:pt idx="7">
                  <c:v>8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DA1-4C5A-8428-AAB6C28826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86158495"/>
        <c:axId val="1486157055"/>
      </c:lineChart>
      <c:catAx>
        <c:axId val="14861584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6157055"/>
        <c:crosses val="autoZero"/>
        <c:auto val="1"/>
        <c:lblAlgn val="ctr"/>
        <c:lblOffset val="100"/>
        <c:noMultiLvlLbl val="0"/>
      </c:catAx>
      <c:valAx>
        <c:axId val="14861570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Procentuele fractie reads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 b="0" i="0" u="none" strike="noStrike" kern="1200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61584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 percentage reads at</a:t>
            </a:r>
            <a:r>
              <a:rPr lang="en-US" baseline="0"/>
              <a:t> 0.05 confidence compared to ZYMO standard reads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'04122025 ZYMO'!$C$255</c:f>
              <c:strCache>
                <c:ptCount val="1"/>
                <c:pt idx="0">
                  <c:v>LEN_0_AVG %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'04122025 ZYMO'!$A$256:$A$267</c:f>
              <c:strCache>
                <c:ptCount val="12"/>
                <c:pt idx="0">
                  <c:v>Streptococcus parasanguinis</c:v>
                </c:pt>
                <c:pt idx="1">
                  <c:v>Neisseria subflava</c:v>
                </c:pt>
                <c:pt idx="2">
                  <c:v>Veillonella parvula</c:v>
                </c:pt>
                <c:pt idx="3">
                  <c:v>Prevotella nigrescens</c:v>
                </c:pt>
                <c:pt idx="4">
                  <c:v>Haemophilus parainfluenzae</c:v>
                </c:pt>
                <c:pt idx="5">
                  <c:v>Streptococcus mitis</c:v>
                </c:pt>
                <c:pt idx="6">
                  <c:v>Schaalia odontolytica</c:v>
                </c:pt>
                <c:pt idx="7">
                  <c:v>Rothia dentocariosa</c:v>
                </c:pt>
                <c:pt idx="8">
                  <c:v>Fusobacterium nucleatum</c:v>
                </c:pt>
                <c:pt idx="9">
                  <c:v>Streptococcus mutans</c:v>
                </c:pt>
                <c:pt idx="10">
                  <c:v>Streptococcus salivarius</c:v>
                </c:pt>
                <c:pt idx="11">
                  <c:v>Porphyromonas gingivalis</c:v>
                </c:pt>
              </c:strCache>
            </c:strRef>
          </c:cat>
          <c:val>
            <c:numRef>
              <c:f>'04122025 ZYMO'!$C$256:$C$267</c:f>
              <c:numCache>
                <c:formatCode>General</c:formatCode>
                <c:ptCount val="12"/>
                <c:pt idx="0">
                  <c:v>25.1</c:v>
                </c:pt>
                <c:pt idx="1">
                  <c:v>14.7</c:v>
                </c:pt>
                <c:pt idx="2">
                  <c:v>14.7</c:v>
                </c:pt>
                <c:pt idx="3">
                  <c:v>16</c:v>
                </c:pt>
                <c:pt idx="4">
                  <c:v>11.8</c:v>
                </c:pt>
                <c:pt idx="5">
                  <c:v>7.5</c:v>
                </c:pt>
                <c:pt idx="6">
                  <c:v>3.6</c:v>
                </c:pt>
                <c:pt idx="7">
                  <c:v>2.9</c:v>
                </c:pt>
                <c:pt idx="8">
                  <c:v>1.5</c:v>
                </c:pt>
                <c:pt idx="9">
                  <c:v>0.6</c:v>
                </c:pt>
                <c:pt idx="10">
                  <c:v>0.8</c:v>
                </c:pt>
                <c:pt idx="11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54-4317-A17D-6987FCA203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478625007"/>
        <c:axId val="1478617327"/>
      </c:barChart>
      <c:lineChart>
        <c:grouping val="standard"/>
        <c:varyColors val="0"/>
        <c:ser>
          <c:idx val="0"/>
          <c:order val="0"/>
          <c:tx>
            <c:strRef>
              <c:f>'04122025 ZYMO'!$B$255</c:f>
              <c:strCache>
                <c:ptCount val="1"/>
                <c:pt idx="0">
                  <c:v>Theoretical %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'04122025 ZYMO'!$A$256:$A$267</c:f>
              <c:strCache>
                <c:ptCount val="12"/>
                <c:pt idx="0">
                  <c:v>Streptococcus parasanguinis</c:v>
                </c:pt>
                <c:pt idx="1">
                  <c:v>Neisseria subflava</c:v>
                </c:pt>
                <c:pt idx="2">
                  <c:v>Veillonella parvula</c:v>
                </c:pt>
                <c:pt idx="3">
                  <c:v>Prevotella nigrescens</c:v>
                </c:pt>
                <c:pt idx="4">
                  <c:v>Haemophilus parainfluenzae</c:v>
                </c:pt>
                <c:pt idx="5">
                  <c:v>Streptococcus mitis</c:v>
                </c:pt>
                <c:pt idx="6">
                  <c:v>Schaalia odontolytica</c:v>
                </c:pt>
                <c:pt idx="7">
                  <c:v>Rothia dentocariosa</c:v>
                </c:pt>
                <c:pt idx="8">
                  <c:v>Fusobacterium nucleatum</c:v>
                </c:pt>
                <c:pt idx="9">
                  <c:v>Streptococcus mutans</c:v>
                </c:pt>
                <c:pt idx="10">
                  <c:v>Streptococcus salivarius</c:v>
                </c:pt>
                <c:pt idx="11">
                  <c:v>Porphyromonas gingivalis</c:v>
                </c:pt>
              </c:strCache>
            </c:strRef>
          </c:cat>
          <c:val>
            <c:numRef>
              <c:f>'04122025 ZYMO'!$B$256:$B$267</c:f>
              <c:numCache>
                <c:formatCode>General</c:formatCode>
                <c:ptCount val="12"/>
                <c:pt idx="0">
                  <c:v>16</c:v>
                </c:pt>
                <c:pt idx="1">
                  <c:v>16</c:v>
                </c:pt>
                <c:pt idx="2">
                  <c:v>16</c:v>
                </c:pt>
                <c:pt idx="3">
                  <c:v>16</c:v>
                </c:pt>
                <c:pt idx="4">
                  <c:v>8</c:v>
                </c:pt>
                <c:pt idx="5">
                  <c:v>8</c:v>
                </c:pt>
                <c:pt idx="6">
                  <c:v>8</c:v>
                </c:pt>
                <c:pt idx="7">
                  <c:v>8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54-4317-A17D-6987FCA203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8625007"/>
        <c:axId val="1478617327"/>
      </c:lineChart>
      <c:catAx>
        <c:axId val="14786250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8617327"/>
        <c:crosses val="autoZero"/>
        <c:auto val="1"/>
        <c:lblAlgn val="ctr"/>
        <c:lblOffset val="100"/>
        <c:noMultiLvlLbl val="0"/>
      </c:catAx>
      <c:valAx>
        <c:axId val="14786173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Fractie reads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 b="0" i="0" u="none" strike="noStrike" kern="1200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86250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Subgingival pathogen associated bacteria found in student / patient samples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'19122025 combined'!$B$17</c:f>
              <c:strCache>
                <c:ptCount val="1"/>
                <c:pt idx="0">
                  <c:v>Student 1 (3x per mondquadrant)</c:v>
                </c:pt>
              </c:strCache>
            </c:strRef>
          </c:tx>
          <c:spPr>
            <a:solidFill>
              <a:schemeClr val="accent1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'19122025 combined'!$A$18:$A$39</c:f>
              <c:strCache>
                <c:ptCount val="22"/>
                <c:pt idx="0">
                  <c:v>Actinomyces spp.</c:v>
                </c:pt>
                <c:pt idx="1">
                  <c:v>Veillonella parvula</c:v>
                </c:pt>
                <c:pt idx="2">
                  <c:v>Actinomyces odontolyticus</c:v>
                </c:pt>
                <c:pt idx="3">
                  <c:v>Eikenella corrodens</c:v>
                </c:pt>
                <c:pt idx="4">
                  <c:v>Capnocytophaga sputigena</c:v>
                </c:pt>
                <c:pt idx="5">
                  <c:v>Streptococcus mitis</c:v>
                </c:pt>
                <c:pt idx="6">
                  <c:v>Streptococcus oralis</c:v>
                </c:pt>
                <c:pt idx="7">
                  <c:v>Streptococcus sanguis</c:v>
                </c:pt>
                <c:pt idx="8">
                  <c:v>Streptococcus spp.</c:v>
                </c:pt>
                <c:pt idx="9">
                  <c:v>Streptococcus gordonii</c:v>
                </c:pt>
                <c:pt idx="10">
                  <c:v>Streptococcus intermedius</c:v>
                </c:pt>
                <c:pt idx="11">
                  <c:v>Campylobacter gracilis</c:v>
                </c:pt>
                <c:pt idx="12">
                  <c:v>Campylobacter rectus</c:v>
                </c:pt>
                <c:pt idx="13">
                  <c:v>Campylobacter showae</c:v>
                </c:pt>
                <c:pt idx="14">
                  <c:v>Enterococcus faecalis</c:v>
                </c:pt>
                <c:pt idx="15">
                  <c:v>Fusobacterium nucleatum</c:v>
                </c:pt>
                <c:pt idx="16">
                  <c:v>Fusobacterium polymorphum</c:v>
                </c:pt>
                <c:pt idx="17">
                  <c:v>Prevotella intermedia</c:v>
                </c:pt>
                <c:pt idx="18">
                  <c:v>Peptostreptococcus micros</c:v>
                </c:pt>
                <c:pt idx="19">
                  <c:v>Porphyromonas gingivalis</c:v>
                </c:pt>
                <c:pt idx="20">
                  <c:v>Tannerella forsythia</c:v>
                </c:pt>
                <c:pt idx="21">
                  <c:v>Treponema denticola</c:v>
                </c:pt>
              </c:strCache>
            </c:strRef>
          </c:cat>
          <c:val>
            <c:numRef>
              <c:f>'19122025 combined'!$B$18:$B$39</c:f>
              <c:numCache>
                <c:formatCode>General</c:formatCode>
                <c:ptCount val="22"/>
                <c:pt idx="0">
                  <c:v>30.2</c:v>
                </c:pt>
                <c:pt idx="1">
                  <c:v>7.5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93-40F1-AD15-D93868EE3FCD}"/>
            </c:ext>
          </c:extLst>
        </c:ser>
        <c:ser>
          <c:idx val="1"/>
          <c:order val="1"/>
          <c:tx>
            <c:strRef>
              <c:f>'19122025 combined'!$C$17</c:f>
              <c:strCache>
                <c:ptCount val="1"/>
                <c:pt idx="0">
                  <c:v>Student 2 (4x per mondquadrant)</c:v>
                </c:pt>
              </c:strCache>
            </c:strRef>
          </c:tx>
          <c:spPr>
            <a:solidFill>
              <a:schemeClr val="accent2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'19122025 combined'!$A$18:$A$39</c:f>
              <c:strCache>
                <c:ptCount val="22"/>
                <c:pt idx="0">
                  <c:v>Actinomyces spp.</c:v>
                </c:pt>
                <c:pt idx="1">
                  <c:v>Veillonella parvula</c:v>
                </c:pt>
                <c:pt idx="2">
                  <c:v>Actinomyces odontolyticus</c:v>
                </c:pt>
                <c:pt idx="3">
                  <c:v>Eikenella corrodens</c:v>
                </c:pt>
                <c:pt idx="4">
                  <c:v>Capnocytophaga sputigena</c:v>
                </c:pt>
                <c:pt idx="5">
                  <c:v>Streptococcus mitis</c:v>
                </c:pt>
                <c:pt idx="6">
                  <c:v>Streptococcus oralis</c:v>
                </c:pt>
                <c:pt idx="7">
                  <c:v>Streptococcus sanguis</c:v>
                </c:pt>
                <c:pt idx="8">
                  <c:v>Streptococcus spp.</c:v>
                </c:pt>
                <c:pt idx="9">
                  <c:v>Streptococcus gordonii</c:v>
                </c:pt>
                <c:pt idx="10">
                  <c:v>Streptococcus intermedius</c:v>
                </c:pt>
                <c:pt idx="11">
                  <c:v>Campylobacter gracilis</c:v>
                </c:pt>
                <c:pt idx="12">
                  <c:v>Campylobacter rectus</c:v>
                </c:pt>
                <c:pt idx="13">
                  <c:v>Campylobacter showae</c:v>
                </c:pt>
                <c:pt idx="14">
                  <c:v>Enterococcus faecalis</c:v>
                </c:pt>
                <c:pt idx="15">
                  <c:v>Fusobacterium nucleatum</c:v>
                </c:pt>
                <c:pt idx="16">
                  <c:v>Fusobacterium polymorphum</c:v>
                </c:pt>
                <c:pt idx="17">
                  <c:v>Prevotella intermedia</c:v>
                </c:pt>
                <c:pt idx="18">
                  <c:v>Peptostreptococcus micros</c:v>
                </c:pt>
                <c:pt idx="19">
                  <c:v>Porphyromonas gingivalis</c:v>
                </c:pt>
                <c:pt idx="20">
                  <c:v>Tannerella forsythia</c:v>
                </c:pt>
                <c:pt idx="21">
                  <c:v>Treponema denticola</c:v>
                </c:pt>
              </c:strCache>
            </c:strRef>
          </c:cat>
          <c:val>
            <c:numRef>
              <c:f>'19122025 combined'!$C$18:$C$39</c:f>
              <c:numCache>
                <c:formatCode>General</c:formatCode>
                <c:ptCount val="2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393-40F1-AD15-D93868EE3FCD}"/>
            </c:ext>
          </c:extLst>
        </c:ser>
        <c:ser>
          <c:idx val="2"/>
          <c:order val="2"/>
          <c:tx>
            <c:strRef>
              <c:f>'19122025 combined'!$D$17</c:f>
              <c:strCache>
                <c:ptCount val="1"/>
                <c:pt idx="0">
                  <c:v>Student 3 (5x per mondquadrant)</c:v>
                </c:pt>
              </c:strCache>
            </c:strRef>
          </c:tx>
          <c:spPr>
            <a:solidFill>
              <a:schemeClr val="accent3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'19122025 combined'!$A$18:$A$39</c:f>
              <c:strCache>
                <c:ptCount val="22"/>
                <c:pt idx="0">
                  <c:v>Actinomyces spp.</c:v>
                </c:pt>
                <c:pt idx="1">
                  <c:v>Veillonella parvula</c:v>
                </c:pt>
                <c:pt idx="2">
                  <c:v>Actinomyces odontolyticus</c:v>
                </c:pt>
                <c:pt idx="3">
                  <c:v>Eikenella corrodens</c:v>
                </c:pt>
                <c:pt idx="4">
                  <c:v>Capnocytophaga sputigena</c:v>
                </c:pt>
                <c:pt idx="5">
                  <c:v>Streptococcus mitis</c:v>
                </c:pt>
                <c:pt idx="6">
                  <c:v>Streptococcus oralis</c:v>
                </c:pt>
                <c:pt idx="7">
                  <c:v>Streptococcus sanguis</c:v>
                </c:pt>
                <c:pt idx="8">
                  <c:v>Streptococcus spp.</c:v>
                </c:pt>
                <c:pt idx="9">
                  <c:v>Streptococcus gordonii</c:v>
                </c:pt>
                <c:pt idx="10">
                  <c:v>Streptococcus intermedius</c:v>
                </c:pt>
                <c:pt idx="11">
                  <c:v>Campylobacter gracilis</c:v>
                </c:pt>
                <c:pt idx="12">
                  <c:v>Campylobacter rectus</c:v>
                </c:pt>
                <c:pt idx="13">
                  <c:v>Campylobacter showae</c:v>
                </c:pt>
                <c:pt idx="14">
                  <c:v>Enterococcus faecalis</c:v>
                </c:pt>
                <c:pt idx="15">
                  <c:v>Fusobacterium nucleatum</c:v>
                </c:pt>
                <c:pt idx="16">
                  <c:v>Fusobacterium polymorphum</c:v>
                </c:pt>
                <c:pt idx="17">
                  <c:v>Prevotella intermedia</c:v>
                </c:pt>
                <c:pt idx="18">
                  <c:v>Peptostreptococcus micros</c:v>
                </c:pt>
                <c:pt idx="19">
                  <c:v>Porphyromonas gingivalis</c:v>
                </c:pt>
                <c:pt idx="20">
                  <c:v>Tannerella forsythia</c:v>
                </c:pt>
                <c:pt idx="21">
                  <c:v>Treponema denticola</c:v>
                </c:pt>
              </c:strCache>
            </c:strRef>
          </c:cat>
          <c:val>
            <c:numRef>
              <c:f>'19122025 combined'!$D$18:$D$39</c:f>
              <c:numCache>
                <c:formatCode>General</c:formatCode>
                <c:ptCount val="2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393-40F1-AD15-D93868EE3FCD}"/>
            </c:ext>
          </c:extLst>
        </c:ser>
        <c:ser>
          <c:idx val="3"/>
          <c:order val="3"/>
          <c:tx>
            <c:strRef>
              <c:f>'19122025 combined'!$E$17</c:f>
              <c:strCache>
                <c:ptCount val="1"/>
                <c:pt idx="0">
                  <c:v>Student 4 (6x per mondquadrant)</c:v>
                </c:pt>
              </c:strCache>
            </c:strRef>
          </c:tx>
          <c:spPr>
            <a:solidFill>
              <a:schemeClr val="accent4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'19122025 combined'!$A$18:$A$39</c:f>
              <c:strCache>
                <c:ptCount val="22"/>
                <c:pt idx="0">
                  <c:v>Actinomyces spp.</c:v>
                </c:pt>
                <c:pt idx="1">
                  <c:v>Veillonella parvula</c:v>
                </c:pt>
                <c:pt idx="2">
                  <c:v>Actinomyces odontolyticus</c:v>
                </c:pt>
                <c:pt idx="3">
                  <c:v>Eikenella corrodens</c:v>
                </c:pt>
                <c:pt idx="4">
                  <c:v>Capnocytophaga sputigena</c:v>
                </c:pt>
                <c:pt idx="5">
                  <c:v>Streptococcus mitis</c:v>
                </c:pt>
                <c:pt idx="6">
                  <c:v>Streptococcus oralis</c:v>
                </c:pt>
                <c:pt idx="7">
                  <c:v>Streptococcus sanguis</c:v>
                </c:pt>
                <c:pt idx="8">
                  <c:v>Streptococcus spp.</c:v>
                </c:pt>
                <c:pt idx="9">
                  <c:v>Streptococcus gordonii</c:v>
                </c:pt>
                <c:pt idx="10">
                  <c:v>Streptococcus intermedius</c:v>
                </c:pt>
                <c:pt idx="11">
                  <c:v>Campylobacter gracilis</c:v>
                </c:pt>
                <c:pt idx="12">
                  <c:v>Campylobacter rectus</c:v>
                </c:pt>
                <c:pt idx="13">
                  <c:v>Campylobacter showae</c:v>
                </c:pt>
                <c:pt idx="14">
                  <c:v>Enterococcus faecalis</c:v>
                </c:pt>
                <c:pt idx="15">
                  <c:v>Fusobacterium nucleatum</c:v>
                </c:pt>
                <c:pt idx="16">
                  <c:v>Fusobacterium polymorphum</c:v>
                </c:pt>
                <c:pt idx="17">
                  <c:v>Prevotella intermedia</c:v>
                </c:pt>
                <c:pt idx="18">
                  <c:v>Peptostreptococcus micros</c:v>
                </c:pt>
                <c:pt idx="19">
                  <c:v>Porphyromonas gingivalis</c:v>
                </c:pt>
                <c:pt idx="20">
                  <c:v>Tannerella forsythia</c:v>
                </c:pt>
                <c:pt idx="21">
                  <c:v>Treponema denticola</c:v>
                </c:pt>
              </c:strCache>
            </c:strRef>
          </c:cat>
          <c:val>
            <c:numRef>
              <c:f>'19122025 combined'!$E$18:$E$39</c:f>
              <c:numCache>
                <c:formatCode>General</c:formatCode>
                <c:ptCount val="22"/>
                <c:pt idx="0">
                  <c:v>9.6</c:v>
                </c:pt>
                <c:pt idx="1">
                  <c:v>3.2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39.1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393-40F1-AD15-D93868EE3FCD}"/>
            </c:ext>
          </c:extLst>
        </c:ser>
        <c:ser>
          <c:idx val="4"/>
          <c:order val="4"/>
          <c:tx>
            <c:strRef>
              <c:f>'19122025 combined'!$F$17</c:f>
              <c:strCache>
                <c:ptCount val="1"/>
                <c:pt idx="0">
                  <c:v>p052</c:v>
                </c:pt>
              </c:strCache>
            </c:strRef>
          </c:tx>
          <c:spPr>
            <a:solidFill>
              <a:schemeClr val="accent5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'19122025 combined'!$A$18:$A$39</c:f>
              <c:strCache>
                <c:ptCount val="22"/>
                <c:pt idx="0">
                  <c:v>Actinomyces spp.</c:v>
                </c:pt>
                <c:pt idx="1">
                  <c:v>Veillonella parvula</c:v>
                </c:pt>
                <c:pt idx="2">
                  <c:v>Actinomyces odontolyticus</c:v>
                </c:pt>
                <c:pt idx="3">
                  <c:v>Eikenella corrodens</c:v>
                </c:pt>
                <c:pt idx="4">
                  <c:v>Capnocytophaga sputigena</c:v>
                </c:pt>
                <c:pt idx="5">
                  <c:v>Streptococcus mitis</c:v>
                </c:pt>
                <c:pt idx="6">
                  <c:v>Streptococcus oralis</c:v>
                </c:pt>
                <c:pt idx="7">
                  <c:v>Streptococcus sanguis</c:v>
                </c:pt>
                <c:pt idx="8">
                  <c:v>Streptococcus spp.</c:v>
                </c:pt>
                <c:pt idx="9">
                  <c:v>Streptococcus gordonii</c:v>
                </c:pt>
                <c:pt idx="10">
                  <c:v>Streptococcus intermedius</c:v>
                </c:pt>
                <c:pt idx="11">
                  <c:v>Campylobacter gracilis</c:v>
                </c:pt>
                <c:pt idx="12">
                  <c:v>Campylobacter rectus</c:v>
                </c:pt>
                <c:pt idx="13">
                  <c:v>Campylobacter showae</c:v>
                </c:pt>
                <c:pt idx="14">
                  <c:v>Enterococcus faecalis</c:v>
                </c:pt>
                <c:pt idx="15">
                  <c:v>Fusobacterium nucleatum</c:v>
                </c:pt>
                <c:pt idx="16">
                  <c:v>Fusobacterium polymorphum</c:v>
                </c:pt>
                <c:pt idx="17">
                  <c:v>Prevotella intermedia</c:v>
                </c:pt>
                <c:pt idx="18">
                  <c:v>Peptostreptococcus micros</c:v>
                </c:pt>
                <c:pt idx="19">
                  <c:v>Porphyromonas gingivalis</c:v>
                </c:pt>
                <c:pt idx="20">
                  <c:v>Tannerella forsythia</c:v>
                </c:pt>
                <c:pt idx="21">
                  <c:v>Treponema denticola</c:v>
                </c:pt>
              </c:strCache>
            </c:strRef>
          </c:cat>
          <c:val>
            <c:numRef>
              <c:f>'19122025 combined'!$F$18:$F$39</c:f>
              <c:numCache>
                <c:formatCode>General</c:formatCode>
                <c:ptCount val="22"/>
                <c:pt idx="0">
                  <c:v>7.6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3.8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19.100000000000001</c:v>
                </c:pt>
                <c:pt idx="19">
                  <c:v>0</c:v>
                </c:pt>
                <c:pt idx="20">
                  <c:v>22.9</c:v>
                </c:pt>
                <c:pt idx="21">
                  <c:v>7.6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393-40F1-AD15-D93868EE3FCD}"/>
            </c:ext>
          </c:extLst>
        </c:ser>
        <c:ser>
          <c:idx val="5"/>
          <c:order val="5"/>
          <c:tx>
            <c:strRef>
              <c:f>'19122025 combined'!$G$17</c:f>
              <c:strCache>
                <c:ptCount val="1"/>
                <c:pt idx="0">
                  <c:v>p292</c:v>
                </c:pt>
              </c:strCache>
            </c:strRef>
          </c:tx>
          <c:spPr>
            <a:solidFill>
              <a:schemeClr val="accent6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'19122025 combined'!$A$18:$A$39</c:f>
              <c:strCache>
                <c:ptCount val="22"/>
                <c:pt idx="0">
                  <c:v>Actinomyces spp.</c:v>
                </c:pt>
                <c:pt idx="1">
                  <c:v>Veillonella parvula</c:v>
                </c:pt>
                <c:pt idx="2">
                  <c:v>Actinomyces odontolyticus</c:v>
                </c:pt>
                <c:pt idx="3">
                  <c:v>Eikenella corrodens</c:v>
                </c:pt>
                <c:pt idx="4">
                  <c:v>Capnocytophaga sputigena</c:v>
                </c:pt>
                <c:pt idx="5">
                  <c:v>Streptococcus mitis</c:v>
                </c:pt>
                <c:pt idx="6">
                  <c:v>Streptococcus oralis</c:v>
                </c:pt>
                <c:pt idx="7">
                  <c:v>Streptococcus sanguis</c:v>
                </c:pt>
                <c:pt idx="8">
                  <c:v>Streptococcus spp.</c:v>
                </c:pt>
                <c:pt idx="9">
                  <c:v>Streptococcus gordonii</c:v>
                </c:pt>
                <c:pt idx="10">
                  <c:v>Streptococcus intermedius</c:v>
                </c:pt>
                <c:pt idx="11">
                  <c:v>Campylobacter gracilis</c:v>
                </c:pt>
                <c:pt idx="12">
                  <c:v>Campylobacter rectus</c:v>
                </c:pt>
                <c:pt idx="13">
                  <c:v>Campylobacter showae</c:v>
                </c:pt>
                <c:pt idx="14">
                  <c:v>Enterococcus faecalis</c:v>
                </c:pt>
                <c:pt idx="15">
                  <c:v>Fusobacterium nucleatum</c:v>
                </c:pt>
                <c:pt idx="16">
                  <c:v>Fusobacterium polymorphum</c:v>
                </c:pt>
                <c:pt idx="17">
                  <c:v>Prevotella intermedia</c:v>
                </c:pt>
                <c:pt idx="18">
                  <c:v>Peptostreptococcus micros</c:v>
                </c:pt>
                <c:pt idx="19">
                  <c:v>Porphyromonas gingivalis</c:v>
                </c:pt>
                <c:pt idx="20">
                  <c:v>Tannerella forsythia</c:v>
                </c:pt>
                <c:pt idx="21">
                  <c:v>Treponema denticola</c:v>
                </c:pt>
              </c:strCache>
            </c:strRef>
          </c:cat>
          <c:val>
            <c:numRef>
              <c:f>'19122025 combined'!$G$18:$G$39</c:f>
              <c:numCache>
                <c:formatCode>General</c:formatCode>
                <c:ptCount val="22"/>
                <c:pt idx="0">
                  <c:v>8.8000000000000007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1.1000000000000001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1.6</c:v>
                </c:pt>
                <c:pt idx="18">
                  <c:v>0</c:v>
                </c:pt>
                <c:pt idx="19">
                  <c:v>6.1</c:v>
                </c:pt>
                <c:pt idx="20">
                  <c:v>13.6</c:v>
                </c:pt>
                <c:pt idx="21">
                  <c:v>25.9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393-40F1-AD15-D93868EE3FCD}"/>
            </c:ext>
          </c:extLst>
        </c:ser>
        <c:ser>
          <c:idx val="6"/>
          <c:order val="6"/>
          <c:tx>
            <c:strRef>
              <c:f>'19122025 combined'!$H$17</c:f>
              <c:strCache>
                <c:ptCount val="1"/>
                <c:pt idx="0">
                  <c:v>p371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'19122025 combined'!$A$18:$A$39</c:f>
              <c:strCache>
                <c:ptCount val="22"/>
                <c:pt idx="0">
                  <c:v>Actinomyces spp.</c:v>
                </c:pt>
                <c:pt idx="1">
                  <c:v>Veillonella parvula</c:v>
                </c:pt>
                <c:pt idx="2">
                  <c:v>Actinomyces odontolyticus</c:v>
                </c:pt>
                <c:pt idx="3">
                  <c:v>Eikenella corrodens</c:v>
                </c:pt>
                <c:pt idx="4">
                  <c:v>Capnocytophaga sputigena</c:v>
                </c:pt>
                <c:pt idx="5">
                  <c:v>Streptococcus mitis</c:v>
                </c:pt>
                <c:pt idx="6">
                  <c:v>Streptococcus oralis</c:v>
                </c:pt>
                <c:pt idx="7">
                  <c:v>Streptococcus sanguis</c:v>
                </c:pt>
                <c:pt idx="8">
                  <c:v>Streptococcus spp.</c:v>
                </c:pt>
                <c:pt idx="9">
                  <c:v>Streptococcus gordonii</c:v>
                </c:pt>
                <c:pt idx="10">
                  <c:v>Streptococcus intermedius</c:v>
                </c:pt>
                <c:pt idx="11">
                  <c:v>Campylobacter gracilis</c:v>
                </c:pt>
                <c:pt idx="12">
                  <c:v>Campylobacter rectus</c:v>
                </c:pt>
                <c:pt idx="13">
                  <c:v>Campylobacter showae</c:v>
                </c:pt>
                <c:pt idx="14">
                  <c:v>Enterococcus faecalis</c:v>
                </c:pt>
                <c:pt idx="15">
                  <c:v>Fusobacterium nucleatum</c:v>
                </c:pt>
                <c:pt idx="16">
                  <c:v>Fusobacterium polymorphum</c:v>
                </c:pt>
                <c:pt idx="17">
                  <c:v>Prevotella intermedia</c:v>
                </c:pt>
                <c:pt idx="18">
                  <c:v>Peptostreptococcus micros</c:v>
                </c:pt>
                <c:pt idx="19">
                  <c:v>Porphyromonas gingivalis</c:v>
                </c:pt>
                <c:pt idx="20">
                  <c:v>Tannerella forsythia</c:v>
                </c:pt>
                <c:pt idx="21">
                  <c:v>Treponema denticola</c:v>
                </c:pt>
              </c:strCache>
            </c:strRef>
          </c:cat>
          <c:val>
            <c:numRef>
              <c:f>'19122025 combined'!$H$18:$H$39</c:f>
              <c:numCache>
                <c:formatCode>General</c:formatCode>
                <c:ptCount val="22"/>
                <c:pt idx="0">
                  <c:v>9.8000000000000007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26.5</c:v>
                </c:pt>
                <c:pt idx="21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393-40F1-AD15-D93868EE3FCD}"/>
            </c:ext>
          </c:extLst>
        </c:ser>
        <c:ser>
          <c:idx val="7"/>
          <c:order val="7"/>
          <c:tx>
            <c:strRef>
              <c:f>'19122025 combined'!$I$17</c:f>
              <c:strCache>
                <c:ptCount val="1"/>
                <c:pt idx="0">
                  <c:v>p489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'19122025 combined'!$A$18:$A$39</c:f>
              <c:strCache>
                <c:ptCount val="22"/>
                <c:pt idx="0">
                  <c:v>Actinomyces spp.</c:v>
                </c:pt>
                <c:pt idx="1">
                  <c:v>Veillonella parvula</c:v>
                </c:pt>
                <c:pt idx="2">
                  <c:v>Actinomyces odontolyticus</c:v>
                </c:pt>
                <c:pt idx="3">
                  <c:v>Eikenella corrodens</c:v>
                </c:pt>
                <c:pt idx="4">
                  <c:v>Capnocytophaga sputigena</c:v>
                </c:pt>
                <c:pt idx="5">
                  <c:v>Streptococcus mitis</c:v>
                </c:pt>
                <c:pt idx="6">
                  <c:v>Streptococcus oralis</c:v>
                </c:pt>
                <c:pt idx="7">
                  <c:v>Streptococcus sanguis</c:v>
                </c:pt>
                <c:pt idx="8">
                  <c:v>Streptococcus spp.</c:v>
                </c:pt>
                <c:pt idx="9">
                  <c:v>Streptococcus gordonii</c:v>
                </c:pt>
                <c:pt idx="10">
                  <c:v>Streptococcus intermedius</c:v>
                </c:pt>
                <c:pt idx="11">
                  <c:v>Campylobacter gracilis</c:v>
                </c:pt>
                <c:pt idx="12">
                  <c:v>Campylobacter rectus</c:v>
                </c:pt>
                <c:pt idx="13">
                  <c:v>Campylobacter showae</c:v>
                </c:pt>
                <c:pt idx="14">
                  <c:v>Enterococcus faecalis</c:v>
                </c:pt>
                <c:pt idx="15">
                  <c:v>Fusobacterium nucleatum</c:v>
                </c:pt>
                <c:pt idx="16">
                  <c:v>Fusobacterium polymorphum</c:v>
                </c:pt>
                <c:pt idx="17">
                  <c:v>Prevotella intermedia</c:v>
                </c:pt>
                <c:pt idx="18">
                  <c:v>Peptostreptococcus micros</c:v>
                </c:pt>
                <c:pt idx="19">
                  <c:v>Porphyromonas gingivalis</c:v>
                </c:pt>
                <c:pt idx="20">
                  <c:v>Tannerella forsythia</c:v>
                </c:pt>
                <c:pt idx="21">
                  <c:v>Treponema denticola</c:v>
                </c:pt>
              </c:strCache>
            </c:strRef>
          </c:cat>
          <c:val>
            <c:numRef>
              <c:f>'19122025 combined'!$I$18:$I$39</c:f>
              <c:numCache>
                <c:formatCode>General</c:formatCode>
                <c:ptCount val="22"/>
                <c:pt idx="0">
                  <c:v>2.6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1</c:v>
                </c:pt>
                <c:pt idx="13">
                  <c:v>0</c:v>
                </c:pt>
                <c:pt idx="14">
                  <c:v>0</c:v>
                </c:pt>
                <c:pt idx="15">
                  <c:v>15.1</c:v>
                </c:pt>
                <c:pt idx="16">
                  <c:v>0</c:v>
                </c:pt>
                <c:pt idx="17">
                  <c:v>4.7</c:v>
                </c:pt>
                <c:pt idx="18">
                  <c:v>0</c:v>
                </c:pt>
                <c:pt idx="19">
                  <c:v>21.8</c:v>
                </c:pt>
                <c:pt idx="20">
                  <c:v>16.100000000000001</c:v>
                </c:pt>
                <c:pt idx="21">
                  <c:v>12.5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5393-40F1-AD15-D93868EE3FCD}"/>
            </c:ext>
          </c:extLst>
        </c:ser>
        <c:ser>
          <c:idx val="8"/>
          <c:order val="8"/>
          <c:tx>
            <c:strRef>
              <c:f>'19122025 combined'!$J$17</c:f>
              <c:strCache>
                <c:ptCount val="1"/>
                <c:pt idx="0">
                  <c:v>p588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'19122025 combined'!$A$18:$A$39</c:f>
              <c:strCache>
                <c:ptCount val="22"/>
                <c:pt idx="0">
                  <c:v>Actinomyces spp.</c:v>
                </c:pt>
                <c:pt idx="1">
                  <c:v>Veillonella parvula</c:v>
                </c:pt>
                <c:pt idx="2">
                  <c:v>Actinomyces odontolyticus</c:v>
                </c:pt>
                <c:pt idx="3">
                  <c:v>Eikenella corrodens</c:v>
                </c:pt>
                <c:pt idx="4">
                  <c:v>Capnocytophaga sputigena</c:v>
                </c:pt>
                <c:pt idx="5">
                  <c:v>Streptococcus mitis</c:v>
                </c:pt>
                <c:pt idx="6">
                  <c:v>Streptococcus oralis</c:v>
                </c:pt>
                <c:pt idx="7">
                  <c:v>Streptococcus sanguis</c:v>
                </c:pt>
                <c:pt idx="8">
                  <c:v>Streptococcus spp.</c:v>
                </c:pt>
                <c:pt idx="9">
                  <c:v>Streptococcus gordonii</c:v>
                </c:pt>
                <c:pt idx="10">
                  <c:v>Streptococcus intermedius</c:v>
                </c:pt>
                <c:pt idx="11">
                  <c:v>Campylobacter gracilis</c:v>
                </c:pt>
                <c:pt idx="12">
                  <c:v>Campylobacter rectus</c:v>
                </c:pt>
                <c:pt idx="13">
                  <c:v>Campylobacter showae</c:v>
                </c:pt>
                <c:pt idx="14">
                  <c:v>Enterococcus faecalis</c:v>
                </c:pt>
                <c:pt idx="15">
                  <c:v>Fusobacterium nucleatum</c:v>
                </c:pt>
                <c:pt idx="16">
                  <c:v>Fusobacterium polymorphum</c:v>
                </c:pt>
                <c:pt idx="17">
                  <c:v>Prevotella intermedia</c:v>
                </c:pt>
                <c:pt idx="18">
                  <c:v>Peptostreptococcus micros</c:v>
                </c:pt>
                <c:pt idx="19">
                  <c:v>Porphyromonas gingivalis</c:v>
                </c:pt>
                <c:pt idx="20">
                  <c:v>Tannerella forsythia</c:v>
                </c:pt>
                <c:pt idx="21">
                  <c:v>Treponema denticola</c:v>
                </c:pt>
              </c:strCache>
            </c:strRef>
          </c:cat>
          <c:val>
            <c:numRef>
              <c:f>'19122025 combined'!$J$18:$J$39</c:f>
              <c:numCache>
                <c:formatCode>General</c:formatCode>
                <c:ptCount val="22"/>
                <c:pt idx="0">
                  <c:v>31.4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5.5</c:v>
                </c:pt>
                <c:pt idx="20">
                  <c:v>5.5</c:v>
                </c:pt>
                <c:pt idx="2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393-40F1-AD15-D93868EE3FCD}"/>
            </c:ext>
          </c:extLst>
        </c:ser>
        <c:ser>
          <c:idx val="9"/>
          <c:order val="9"/>
          <c:tx>
            <c:strRef>
              <c:f>'19122025 combined'!$K$17</c:f>
              <c:strCache>
                <c:ptCount val="1"/>
                <c:pt idx="0">
                  <c:v>p673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'19122025 combined'!$A$18:$A$39</c:f>
              <c:strCache>
                <c:ptCount val="22"/>
                <c:pt idx="0">
                  <c:v>Actinomyces spp.</c:v>
                </c:pt>
                <c:pt idx="1">
                  <c:v>Veillonella parvula</c:v>
                </c:pt>
                <c:pt idx="2">
                  <c:v>Actinomyces odontolyticus</c:v>
                </c:pt>
                <c:pt idx="3">
                  <c:v>Eikenella corrodens</c:v>
                </c:pt>
                <c:pt idx="4">
                  <c:v>Capnocytophaga sputigena</c:v>
                </c:pt>
                <c:pt idx="5">
                  <c:v>Streptococcus mitis</c:v>
                </c:pt>
                <c:pt idx="6">
                  <c:v>Streptococcus oralis</c:v>
                </c:pt>
                <c:pt idx="7">
                  <c:v>Streptococcus sanguis</c:v>
                </c:pt>
                <c:pt idx="8">
                  <c:v>Streptococcus spp.</c:v>
                </c:pt>
                <c:pt idx="9">
                  <c:v>Streptococcus gordonii</c:v>
                </c:pt>
                <c:pt idx="10">
                  <c:v>Streptococcus intermedius</c:v>
                </c:pt>
                <c:pt idx="11">
                  <c:v>Campylobacter gracilis</c:v>
                </c:pt>
                <c:pt idx="12">
                  <c:v>Campylobacter rectus</c:v>
                </c:pt>
                <c:pt idx="13">
                  <c:v>Campylobacter showae</c:v>
                </c:pt>
                <c:pt idx="14">
                  <c:v>Enterococcus faecalis</c:v>
                </c:pt>
                <c:pt idx="15">
                  <c:v>Fusobacterium nucleatum</c:v>
                </c:pt>
                <c:pt idx="16">
                  <c:v>Fusobacterium polymorphum</c:v>
                </c:pt>
                <c:pt idx="17">
                  <c:v>Prevotella intermedia</c:v>
                </c:pt>
                <c:pt idx="18">
                  <c:v>Peptostreptococcus micros</c:v>
                </c:pt>
                <c:pt idx="19">
                  <c:v>Porphyromonas gingivalis</c:v>
                </c:pt>
                <c:pt idx="20">
                  <c:v>Tannerella forsythia</c:v>
                </c:pt>
                <c:pt idx="21">
                  <c:v>Treponema denticola</c:v>
                </c:pt>
              </c:strCache>
            </c:strRef>
          </c:cat>
          <c:val>
            <c:numRef>
              <c:f>'19122025 combined'!$K$18:$K$39</c:f>
              <c:numCache>
                <c:formatCode>General</c:formatCode>
                <c:ptCount val="22"/>
                <c:pt idx="0">
                  <c:v>0</c:v>
                </c:pt>
                <c:pt idx="1">
                  <c:v>4.8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6.3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31.7</c:v>
                </c:pt>
                <c:pt idx="2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5393-40F1-AD15-D93868EE3FCD}"/>
            </c:ext>
          </c:extLst>
        </c:ser>
        <c:ser>
          <c:idx val="10"/>
          <c:order val="10"/>
          <c:tx>
            <c:strRef>
              <c:f>'19122025 combined'!$L$17</c:f>
              <c:strCache>
                <c:ptCount val="1"/>
                <c:pt idx="0">
                  <c:v>p837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'19122025 combined'!$A$18:$A$39</c:f>
              <c:strCache>
                <c:ptCount val="22"/>
                <c:pt idx="0">
                  <c:v>Actinomyces spp.</c:v>
                </c:pt>
                <c:pt idx="1">
                  <c:v>Veillonella parvula</c:v>
                </c:pt>
                <c:pt idx="2">
                  <c:v>Actinomyces odontolyticus</c:v>
                </c:pt>
                <c:pt idx="3">
                  <c:v>Eikenella corrodens</c:v>
                </c:pt>
                <c:pt idx="4">
                  <c:v>Capnocytophaga sputigena</c:v>
                </c:pt>
                <c:pt idx="5">
                  <c:v>Streptococcus mitis</c:v>
                </c:pt>
                <c:pt idx="6">
                  <c:v>Streptococcus oralis</c:v>
                </c:pt>
                <c:pt idx="7">
                  <c:v>Streptococcus sanguis</c:v>
                </c:pt>
                <c:pt idx="8">
                  <c:v>Streptococcus spp.</c:v>
                </c:pt>
                <c:pt idx="9">
                  <c:v>Streptococcus gordonii</c:v>
                </c:pt>
                <c:pt idx="10">
                  <c:v>Streptococcus intermedius</c:v>
                </c:pt>
                <c:pt idx="11">
                  <c:v>Campylobacter gracilis</c:v>
                </c:pt>
                <c:pt idx="12">
                  <c:v>Campylobacter rectus</c:v>
                </c:pt>
                <c:pt idx="13">
                  <c:v>Campylobacter showae</c:v>
                </c:pt>
                <c:pt idx="14">
                  <c:v>Enterococcus faecalis</c:v>
                </c:pt>
                <c:pt idx="15">
                  <c:v>Fusobacterium nucleatum</c:v>
                </c:pt>
                <c:pt idx="16">
                  <c:v>Fusobacterium polymorphum</c:v>
                </c:pt>
                <c:pt idx="17">
                  <c:v>Prevotella intermedia</c:v>
                </c:pt>
                <c:pt idx="18">
                  <c:v>Peptostreptococcus micros</c:v>
                </c:pt>
                <c:pt idx="19">
                  <c:v>Porphyromonas gingivalis</c:v>
                </c:pt>
                <c:pt idx="20">
                  <c:v>Tannerella forsythia</c:v>
                </c:pt>
                <c:pt idx="21">
                  <c:v>Treponema denticola</c:v>
                </c:pt>
              </c:strCache>
            </c:strRef>
          </c:cat>
          <c:val>
            <c:numRef>
              <c:f>'19122025 combined'!$L$18:$L$39</c:f>
              <c:numCache>
                <c:formatCode>General</c:formatCode>
                <c:ptCount val="2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58.4</c:v>
                </c:pt>
                <c:pt idx="20">
                  <c:v>19.5</c:v>
                </c:pt>
                <c:pt idx="2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393-40F1-AD15-D93868EE3FCD}"/>
            </c:ext>
          </c:extLst>
        </c:ser>
        <c:ser>
          <c:idx val="11"/>
          <c:order val="11"/>
          <c:tx>
            <c:strRef>
              <c:f>'19122025 combined'!$M$17</c:f>
              <c:strCache>
                <c:ptCount val="1"/>
                <c:pt idx="0">
                  <c:v>p985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'19122025 combined'!$A$18:$A$39</c:f>
              <c:strCache>
                <c:ptCount val="22"/>
                <c:pt idx="0">
                  <c:v>Actinomyces spp.</c:v>
                </c:pt>
                <c:pt idx="1">
                  <c:v>Veillonella parvula</c:v>
                </c:pt>
                <c:pt idx="2">
                  <c:v>Actinomyces odontolyticus</c:v>
                </c:pt>
                <c:pt idx="3">
                  <c:v>Eikenella corrodens</c:v>
                </c:pt>
                <c:pt idx="4">
                  <c:v>Capnocytophaga sputigena</c:v>
                </c:pt>
                <c:pt idx="5">
                  <c:v>Streptococcus mitis</c:v>
                </c:pt>
                <c:pt idx="6">
                  <c:v>Streptococcus oralis</c:v>
                </c:pt>
                <c:pt idx="7">
                  <c:v>Streptococcus sanguis</c:v>
                </c:pt>
                <c:pt idx="8">
                  <c:v>Streptococcus spp.</c:v>
                </c:pt>
                <c:pt idx="9">
                  <c:v>Streptococcus gordonii</c:v>
                </c:pt>
                <c:pt idx="10">
                  <c:v>Streptococcus intermedius</c:v>
                </c:pt>
                <c:pt idx="11">
                  <c:v>Campylobacter gracilis</c:v>
                </c:pt>
                <c:pt idx="12">
                  <c:v>Campylobacter rectus</c:v>
                </c:pt>
                <c:pt idx="13">
                  <c:v>Campylobacter showae</c:v>
                </c:pt>
                <c:pt idx="14">
                  <c:v>Enterococcus faecalis</c:v>
                </c:pt>
                <c:pt idx="15">
                  <c:v>Fusobacterium nucleatum</c:v>
                </c:pt>
                <c:pt idx="16">
                  <c:v>Fusobacterium polymorphum</c:v>
                </c:pt>
                <c:pt idx="17">
                  <c:v>Prevotella intermedia</c:v>
                </c:pt>
                <c:pt idx="18">
                  <c:v>Peptostreptococcus micros</c:v>
                </c:pt>
                <c:pt idx="19">
                  <c:v>Porphyromonas gingivalis</c:v>
                </c:pt>
                <c:pt idx="20">
                  <c:v>Tannerella forsythia</c:v>
                </c:pt>
                <c:pt idx="21">
                  <c:v>Treponema denticola</c:v>
                </c:pt>
              </c:strCache>
            </c:strRef>
          </c:cat>
          <c:val>
            <c:numRef>
              <c:f>'19122025 combined'!$M$18:$M$39</c:f>
              <c:numCache>
                <c:formatCode>General</c:formatCode>
                <c:ptCount val="22"/>
                <c:pt idx="0">
                  <c:v>8.8000000000000007</c:v>
                </c:pt>
                <c:pt idx="1">
                  <c:v>2.2000000000000002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8.8000000000000007</c:v>
                </c:pt>
                <c:pt idx="9">
                  <c:v>0</c:v>
                </c:pt>
                <c:pt idx="10">
                  <c:v>0</c:v>
                </c:pt>
                <c:pt idx="11">
                  <c:v>0.7</c:v>
                </c:pt>
                <c:pt idx="12">
                  <c:v>0.7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5.9</c:v>
                </c:pt>
                <c:pt idx="21">
                  <c:v>5.0999999999999996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5393-40F1-AD15-D93868EE3F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50464047"/>
        <c:axId val="1550465487"/>
      </c:barChart>
      <c:catAx>
        <c:axId val="15504640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465487"/>
        <c:crosses val="autoZero"/>
        <c:auto val="1"/>
        <c:lblAlgn val="ctr"/>
        <c:lblOffset val="100"/>
        <c:noMultiLvlLbl val="0"/>
      </c:catAx>
      <c:valAx>
        <c:axId val="15504654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Netto</a:t>
                </a:r>
                <a:r>
                  <a:rPr lang="en-US" baseline="0"/>
                  <a:t> bacterial DNA (%)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4640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colors3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colors4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51BB104-633D-451D-9743-6EE39EB54F17}" type="doc">
      <dgm:prSet loTypeId="urn:microsoft.com/office/officeart/2005/8/layout/hProcess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030B291-1500-44DB-870C-F295906251AC}">
      <dgm:prSet/>
      <dgm:spPr/>
      <dgm:t>
        <a:bodyPr/>
        <a:lstStyle/>
        <a:p>
          <a:r>
            <a:rPr lang="nl-NL"/>
            <a:t>Validatie</a:t>
          </a:r>
          <a:endParaRPr lang="en-US"/>
        </a:p>
      </dgm:t>
    </dgm:pt>
    <dgm:pt modelId="{EBC44FA2-E49F-4495-A6FD-A09E5ECF90B1}" type="parTrans" cxnId="{999702AA-6FAD-488E-AAE9-E29D8EF36F11}">
      <dgm:prSet/>
      <dgm:spPr/>
      <dgm:t>
        <a:bodyPr/>
        <a:lstStyle/>
        <a:p>
          <a:endParaRPr lang="en-US"/>
        </a:p>
      </dgm:t>
    </dgm:pt>
    <dgm:pt modelId="{211AE983-53B7-4592-AB96-09EE1E83334C}" type="sibTrans" cxnId="{999702AA-6FAD-488E-AAE9-E29D8EF36F11}">
      <dgm:prSet/>
      <dgm:spPr/>
      <dgm:t>
        <a:bodyPr/>
        <a:lstStyle/>
        <a:p>
          <a:endParaRPr lang="en-US"/>
        </a:p>
      </dgm:t>
    </dgm:pt>
    <dgm:pt modelId="{FB431A1E-6AD2-4BCA-9570-F25A9AAB1A55}">
      <dgm:prSet/>
      <dgm:spPr/>
      <dgm:t>
        <a:bodyPr/>
        <a:lstStyle/>
        <a:p>
          <a:pPr>
            <a:buNone/>
          </a:pPr>
          <a:r>
            <a:rPr lang="nl-NL" dirty="0"/>
            <a:t>Controle op </a:t>
          </a:r>
          <a:r>
            <a:rPr lang="nl-NL" b="1" dirty="0"/>
            <a:t>valide</a:t>
          </a:r>
          <a:r>
            <a:rPr lang="nl-NL" dirty="0"/>
            <a:t> en </a:t>
          </a:r>
          <a:r>
            <a:rPr lang="nl-NL" b="1" dirty="0"/>
            <a:t>betrouwbare</a:t>
          </a:r>
          <a:r>
            <a:rPr lang="nl-NL" dirty="0"/>
            <a:t> workflow</a:t>
          </a:r>
          <a:endParaRPr lang="en-US" dirty="0"/>
        </a:p>
      </dgm:t>
    </dgm:pt>
    <dgm:pt modelId="{6BCAF038-D208-470D-A8F2-21AA71227DEE}" type="parTrans" cxnId="{CAFC6ACD-B8BE-45F4-B067-5DBED963C834}">
      <dgm:prSet/>
      <dgm:spPr/>
      <dgm:t>
        <a:bodyPr/>
        <a:lstStyle/>
        <a:p>
          <a:endParaRPr lang="en-US"/>
        </a:p>
      </dgm:t>
    </dgm:pt>
    <dgm:pt modelId="{2C3D5E0E-7246-4D33-A8F9-29C8DBAA4103}" type="sibTrans" cxnId="{CAFC6ACD-B8BE-45F4-B067-5DBED963C834}">
      <dgm:prSet/>
      <dgm:spPr/>
      <dgm:t>
        <a:bodyPr/>
        <a:lstStyle/>
        <a:p>
          <a:endParaRPr lang="en-US"/>
        </a:p>
      </dgm:t>
    </dgm:pt>
    <dgm:pt modelId="{1E9A803A-D809-4783-9C60-C1B3480E61A0}">
      <dgm:prSet/>
      <dgm:spPr/>
      <dgm:t>
        <a:bodyPr/>
        <a:lstStyle/>
        <a:p>
          <a:r>
            <a:rPr lang="nl-NL" dirty="0"/>
            <a:t>Referentiestandaarden:</a:t>
          </a:r>
          <a:endParaRPr lang="en-US" dirty="0"/>
        </a:p>
      </dgm:t>
    </dgm:pt>
    <dgm:pt modelId="{5F029FA9-CB7E-49CF-AE78-11DCFA895AC2}" type="parTrans" cxnId="{7A6A1766-E639-4339-BB28-6778BCE6253B}">
      <dgm:prSet/>
      <dgm:spPr/>
      <dgm:t>
        <a:bodyPr/>
        <a:lstStyle/>
        <a:p>
          <a:endParaRPr lang="en-US"/>
        </a:p>
      </dgm:t>
    </dgm:pt>
    <dgm:pt modelId="{9E5FB928-656C-4655-ADC2-3F700416B7C8}" type="sibTrans" cxnId="{7A6A1766-E639-4339-BB28-6778BCE6253B}">
      <dgm:prSet/>
      <dgm:spPr/>
      <dgm:t>
        <a:bodyPr/>
        <a:lstStyle/>
        <a:p>
          <a:endParaRPr lang="en-US"/>
        </a:p>
      </dgm:t>
    </dgm:pt>
    <dgm:pt modelId="{1A09BCA3-6491-412B-85B9-C739A0E39662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nl-NL" dirty="0"/>
            <a:t> ATCC MSA-2004 </a:t>
          </a:r>
          <a:endParaRPr lang="en-US" dirty="0"/>
        </a:p>
      </dgm:t>
    </dgm:pt>
    <dgm:pt modelId="{EFFBC36D-9539-4A77-8AA1-245E31E97596}" type="parTrans" cxnId="{F58E65A7-528E-4153-B96E-D2EAEF8F746D}">
      <dgm:prSet/>
      <dgm:spPr/>
      <dgm:t>
        <a:bodyPr/>
        <a:lstStyle/>
        <a:p>
          <a:endParaRPr lang="en-US"/>
        </a:p>
      </dgm:t>
    </dgm:pt>
    <dgm:pt modelId="{137B79E3-11A6-4C6E-90F7-C671EF18D82A}" type="sibTrans" cxnId="{F58E65A7-528E-4153-B96E-D2EAEF8F746D}">
      <dgm:prSet/>
      <dgm:spPr/>
      <dgm:t>
        <a:bodyPr/>
        <a:lstStyle/>
        <a:p>
          <a:endParaRPr lang="en-US"/>
        </a:p>
      </dgm:t>
    </dgm:pt>
    <dgm:pt modelId="{B1E0D130-DAFD-4E29-A19A-97BF02DDED47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nl-NL" dirty="0"/>
            <a:t> </a:t>
          </a:r>
          <a:r>
            <a:rPr lang="nl-NL" dirty="0" err="1"/>
            <a:t>ZymoBIOMICS</a:t>
          </a:r>
          <a:r>
            <a:rPr lang="nl-NL" dirty="0"/>
            <a:t>-oral standards</a:t>
          </a:r>
          <a:endParaRPr lang="en-US" dirty="0"/>
        </a:p>
      </dgm:t>
    </dgm:pt>
    <dgm:pt modelId="{16B522D7-BBC5-4A64-9D1A-C1194B2FC4E9}" type="parTrans" cxnId="{12A38613-9E76-4557-9F36-EACE797AF91B}">
      <dgm:prSet/>
      <dgm:spPr/>
      <dgm:t>
        <a:bodyPr/>
        <a:lstStyle/>
        <a:p>
          <a:endParaRPr lang="en-US"/>
        </a:p>
      </dgm:t>
    </dgm:pt>
    <dgm:pt modelId="{76472B20-2BF9-4411-A7C6-D50809D2D0CF}" type="sibTrans" cxnId="{12A38613-9E76-4557-9F36-EACE797AF91B}">
      <dgm:prSet/>
      <dgm:spPr/>
      <dgm:t>
        <a:bodyPr/>
        <a:lstStyle/>
        <a:p>
          <a:endParaRPr lang="en-US"/>
        </a:p>
      </dgm:t>
    </dgm:pt>
    <dgm:pt modelId="{BB480340-9527-4BC7-ACBE-BACF0AC433B8}">
      <dgm:prSet/>
      <dgm:spPr/>
      <dgm:t>
        <a:bodyPr/>
        <a:lstStyle/>
        <a:p>
          <a:r>
            <a:rPr lang="nl-NL"/>
            <a:t>Experiment</a:t>
          </a:r>
          <a:endParaRPr lang="en-US"/>
        </a:p>
      </dgm:t>
    </dgm:pt>
    <dgm:pt modelId="{3F6D08BD-8EB8-48AD-8083-57EA601EAD4F}" type="parTrans" cxnId="{3E17EB9E-3B55-4DE2-BF58-A64F9C477974}">
      <dgm:prSet/>
      <dgm:spPr/>
      <dgm:t>
        <a:bodyPr/>
        <a:lstStyle/>
        <a:p>
          <a:endParaRPr lang="en-US"/>
        </a:p>
      </dgm:t>
    </dgm:pt>
    <dgm:pt modelId="{E2C90DD9-3A66-4A8B-8669-A863DBE8D901}" type="sibTrans" cxnId="{3E17EB9E-3B55-4DE2-BF58-A64F9C477974}">
      <dgm:prSet/>
      <dgm:spPr/>
      <dgm:t>
        <a:bodyPr/>
        <a:lstStyle/>
        <a:p>
          <a:endParaRPr lang="en-US"/>
        </a:p>
      </dgm:t>
    </dgm:pt>
    <dgm:pt modelId="{27FD269C-E557-4A0E-869A-637CE13AD6A9}">
      <dgm:prSet/>
      <dgm:spPr/>
      <dgm:t>
        <a:bodyPr/>
        <a:lstStyle/>
        <a:p>
          <a:pPr>
            <a:buNone/>
          </a:pPr>
          <a:r>
            <a:rPr lang="nl-NL" dirty="0"/>
            <a:t>VEREIST </a:t>
          </a:r>
          <a:r>
            <a:rPr lang="nl-NL" b="1" dirty="0"/>
            <a:t>valide</a:t>
          </a:r>
          <a:r>
            <a:rPr lang="nl-NL" dirty="0"/>
            <a:t> en </a:t>
          </a:r>
          <a:r>
            <a:rPr lang="nl-NL" b="1" dirty="0"/>
            <a:t>betrouwbare</a:t>
          </a:r>
          <a:r>
            <a:rPr lang="nl-NL" dirty="0"/>
            <a:t> workflow</a:t>
          </a:r>
          <a:endParaRPr lang="en-US" dirty="0"/>
        </a:p>
      </dgm:t>
    </dgm:pt>
    <dgm:pt modelId="{3EEAA8AE-DA08-4DC8-8A9E-7325836C37FD}" type="parTrans" cxnId="{65A7C617-D57D-4231-901F-8CD52BFA0325}">
      <dgm:prSet/>
      <dgm:spPr/>
      <dgm:t>
        <a:bodyPr/>
        <a:lstStyle/>
        <a:p>
          <a:endParaRPr lang="en-US"/>
        </a:p>
      </dgm:t>
    </dgm:pt>
    <dgm:pt modelId="{2D6416B0-F4BA-4053-ADEA-AA255F80104F}" type="sibTrans" cxnId="{65A7C617-D57D-4231-901F-8CD52BFA0325}">
      <dgm:prSet/>
      <dgm:spPr/>
      <dgm:t>
        <a:bodyPr/>
        <a:lstStyle/>
        <a:p>
          <a:endParaRPr lang="en-US"/>
        </a:p>
      </dgm:t>
    </dgm:pt>
    <dgm:pt modelId="{1E180E28-3EE5-49D3-B6CD-987776368632}">
      <dgm:prSet/>
      <dgm:spPr/>
      <dgm:t>
        <a:bodyPr/>
        <a:lstStyle/>
        <a:p>
          <a:r>
            <a:rPr lang="nl-NL" dirty="0"/>
            <a:t> Monsters:</a:t>
          </a:r>
          <a:endParaRPr lang="en-US" dirty="0"/>
        </a:p>
      </dgm:t>
    </dgm:pt>
    <dgm:pt modelId="{5EC18B05-0717-44A6-BE76-32EE4F535381}" type="parTrans" cxnId="{A77ED434-BF9B-4AB0-AB57-CBAD49B31047}">
      <dgm:prSet/>
      <dgm:spPr/>
      <dgm:t>
        <a:bodyPr/>
        <a:lstStyle/>
        <a:p>
          <a:endParaRPr lang="en-US"/>
        </a:p>
      </dgm:t>
    </dgm:pt>
    <dgm:pt modelId="{9C94F0D5-0027-45AC-AAD0-3F8A23BDAA52}" type="sibTrans" cxnId="{A77ED434-BF9B-4AB0-AB57-CBAD49B31047}">
      <dgm:prSet/>
      <dgm:spPr/>
      <dgm:t>
        <a:bodyPr/>
        <a:lstStyle/>
        <a:p>
          <a:endParaRPr lang="en-US"/>
        </a:p>
      </dgm:t>
    </dgm:pt>
    <dgm:pt modelId="{DE6B8E85-4705-4D27-A5D7-7A5660473519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nl-NL" dirty="0"/>
            <a:t> 8 patiëntsamples</a:t>
          </a:r>
          <a:endParaRPr lang="en-US" dirty="0"/>
        </a:p>
      </dgm:t>
    </dgm:pt>
    <dgm:pt modelId="{AA592A43-8FE9-406E-9428-F6554F6DA3F4}" type="parTrans" cxnId="{E6C95218-E21D-4A3B-80CE-4043B04F4EAA}">
      <dgm:prSet/>
      <dgm:spPr/>
      <dgm:t>
        <a:bodyPr/>
        <a:lstStyle/>
        <a:p>
          <a:endParaRPr lang="en-US"/>
        </a:p>
      </dgm:t>
    </dgm:pt>
    <dgm:pt modelId="{20311A38-9DDA-42DD-A4F3-3137D7FEAB2E}" type="sibTrans" cxnId="{E6C95218-E21D-4A3B-80CE-4043B04F4EAA}">
      <dgm:prSet/>
      <dgm:spPr/>
      <dgm:t>
        <a:bodyPr/>
        <a:lstStyle/>
        <a:p>
          <a:endParaRPr lang="en-US"/>
        </a:p>
      </dgm:t>
    </dgm:pt>
    <dgm:pt modelId="{CF2C1A6E-0CC5-4F73-852A-74E276610476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nl-NL" dirty="0"/>
            <a:t> 4 (eigen,) gezonde    mondsamples</a:t>
          </a:r>
          <a:endParaRPr lang="en-US" dirty="0"/>
        </a:p>
      </dgm:t>
    </dgm:pt>
    <dgm:pt modelId="{B240E463-3673-44B4-8BA3-D4F47116C687}" type="parTrans" cxnId="{73B4C4D9-C318-46B7-8CCA-8C62BE1AA531}">
      <dgm:prSet/>
      <dgm:spPr/>
      <dgm:t>
        <a:bodyPr/>
        <a:lstStyle/>
        <a:p>
          <a:endParaRPr lang="en-US"/>
        </a:p>
      </dgm:t>
    </dgm:pt>
    <dgm:pt modelId="{30BBE8BE-5DBD-426A-9261-95A9C343E81D}" type="sibTrans" cxnId="{73B4C4D9-C318-46B7-8CCA-8C62BE1AA531}">
      <dgm:prSet/>
      <dgm:spPr/>
      <dgm:t>
        <a:bodyPr/>
        <a:lstStyle/>
        <a:p>
          <a:endParaRPr lang="en-US"/>
        </a:p>
      </dgm:t>
    </dgm:pt>
    <dgm:pt modelId="{6F151C42-0285-4A8F-8C7C-C50BAD124C82}" type="pres">
      <dgm:prSet presAssocID="{B51BB104-633D-451D-9743-6EE39EB54F17}" presName="theList" presStyleCnt="0">
        <dgm:presLayoutVars>
          <dgm:dir/>
          <dgm:animLvl val="lvl"/>
          <dgm:resizeHandles val="exact"/>
        </dgm:presLayoutVars>
      </dgm:prSet>
      <dgm:spPr/>
    </dgm:pt>
    <dgm:pt modelId="{D937CCD1-271B-491A-AA02-740E057472D6}" type="pres">
      <dgm:prSet presAssocID="{5030B291-1500-44DB-870C-F295906251AC}" presName="compNode" presStyleCnt="0"/>
      <dgm:spPr/>
    </dgm:pt>
    <dgm:pt modelId="{0EABF61C-1ADC-42A3-8E06-915B1A38A31D}" type="pres">
      <dgm:prSet presAssocID="{5030B291-1500-44DB-870C-F295906251AC}" presName="noGeometry" presStyleCnt="0"/>
      <dgm:spPr/>
    </dgm:pt>
    <dgm:pt modelId="{DD60F029-5F1C-4E66-AAF3-CE327632B836}" type="pres">
      <dgm:prSet presAssocID="{5030B291-1500-44DB-870C-F295906251AC}" presName="childTextVisible" presStyleLbl="bgAccFollowNode1" presStyleIdx="0" presStyleCnt="2">
        <dgm:presLayoutVars>
          <dgm:bulletEnabled val="1"/>
        </dgm:presLayoutVars>
      </dgm:prSet>
      <dgm:spPr/>
    </dgm:pt>
    <dgm:pt modelId="{EC4F1ADB-CDE8-491B-854A-8F33794369EB}" type="pres">
      <dgm:prSet presAssocID="{5030B291-1500-44DB-870C-F295906251AC}" presName="childTextHidden" presStyleLbl="bgAccFollowNode1" presStyleIdx="0" presStyleCnt="2"/>
      <dgm:spPr/>
    </dgm:pt>
    <dgm:pt modelId="{FA7420CD-11BF-44BC-8DB8-8F900B285C29}" type="pres">
      <dgm:prSet presAssocID="{5030B291-1500-44DB-870C-F295906251AC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403D61A0-2821-4D02-AA0C-5046F98C49A1}" type="pres">
      <dgm:prSet presAssocID="{5030B291-1500-44DB-870C-F295906251AC}" presName="aSpace" presStyleCnt="0"/>
      <dgm:spPr/>
    </dgm:pt>
    <dgm:pt modelId="{4F0863D2-0EE9-4A4A-A3BE-50E7E6E3E607}" type="pres">
      <dgm:prSet presAssocID="{BB480340-9527-4BC7-ACBE-BACF0AC433B8}" presName="compNode" presStyleCnt="0"/>
      <dgm:spPr/>
    </dgm:pt>
    <dgm:pt modelId="{A9D3618A-224E-4C53-B0A0-F8ADD90DEF6A}" type="pres">
      <dgm:prSet presAssocID="{BB480340-9527-4BC7-ACBE-BACF0AC433B8}" presName="noGeometry" presStyleCnt="0"/>
      <dgm:spPr/>
    </dgm:pt>
    <dgm:pt modelId="{8B0527D5-7901-47D4-B54A-52EDC0D372A5}" type="pres">
      <dgm:prSet presAssocID="{BB480340-9527-4BC7-ACBE-BACF0AC433B8}" presName="childTextVisible" presStyleLbl="bgAccFollowNode1" presStyleIdx="1" presStyleCnt="2">
        <dgm:presLayoutVars>
          <dgm:bulletEnabled val="1"/>
        </dgm:presLayoutVars>
      </dgm:prSet>
      <dgm:spPr/>
    </dgm:pt>
    <dgm:pt modelId="{8BACDFF3-19D2-455B-8A56-D9202E630924}" type="pres">
      <dgm:prSet presAssocID="{BB480340-9527-4BC7-ACBE-BACF0AC433B8}" presName="childTextHidden" presStyleLbl="bgAccFollowNode1" presStyleIdx="1" presStyleCnt="2"/>
      <dgm:spPr/>
    </dgm:pt>
    <dgm:pt modelId="{9785E28B-CEC2-48BC-B8C1-F327ED18559B}" type="pres">
      <dgm:prSet presAssocID="{BB480340-9527-4BC7-ACBE-BACF0AC433B8}" presName="parentText" presStyleLbl="node1" presStyleIdx="1" presStyleCnt="2">
        <dgm:presLayoutVars>
          <dgm:chMax val="1"/>
          <dgm:bulletEnabled val="1"/>
        </dgm:presLayoutVars>
      </dgm:prSet>
      <dgm:spPr/>
    </dgm:pt>
  </dgm:ptLst>
  <dgm:cxnLst>
    <dgm:cxn modelId="{B2710207-3E81-4C87-8D61-93B800666BFC}" type="presOf" srcId="{27FD269C-E557-4A0E-869A-637CE13AD6A9}" destId="{8BACDFF3-19D2-455B-8A56-D9202E630924}" srcOrd="1" destOrd="0" presId="urn:microsoft.com/office/officeart/2005/8/layout/hProcess6"/>
    <dgm:cxn modelId="{C01D2507-815E-403C-97BE-17B6FAB310EE}" type="presOf" srcId="{FB431A1E-6AD2-4BCA-9570-F25A9AAB1A55}" destId="{EC4F1ADB-CDE8-491B-854A-8F33794369EB}" srcOrd="1" destOrd="0" presId="urn:microsoft.com/office/officeart/2005/8/layout/hProcess6"/>
    <dgm:cxn modelId="{1415E208-03DB-4DFF-99AB-97C777252C18}" type="presOf" srcId="{DE6B8E85-4705-4D27-A5D7-7A5660473519}" destId="{8B0527D5-7901-47D4-B54A-52EDC0D372A5}" srcOrd="0" destOrd="2" presId="urn:microsoft.com/office/officeart/2005/8/layout/hProcess6"/>
    <dgm:cxn modelId="{12A38613-9E76-4557-9F36-EACE797AF91B}" srcId="{1E9A803A-D809-4783-9C60-C1B3480E61A0}" destId="{B1E0D130-DAFD-4E29-A19A-97BF02DDED47}" srcOrd="1" destOrd="0" parTransId="{16B522D7-BBC5-4A64-9D1A-C1194B2FC4E9}" sibTransId="{76472B20-2BF9-4411-A7C6-D50809D2D0CF}"/>
    <dgm:cxn modelId="{16AE7114-151B-4336-A964-EA96439D7594}" type="presOf" srcId="{27FD269C-E557-4A0E-869A-637CE13AD6A9}" destId="{8B0527D5-7901-47D4-B54A-52EDC0D372A5}" srcOrd="0" destOrd="0" presId="urn:microsoft.com/office/officeart/2005/8/layout/hProcess6"/>
    <dgm:cxn modelId="{65A7C617-D57D-4231-901F-8CD52BFA0325}" srcId="{BB480340-9527-4BC7-ACBE-BACF0AC433B8}" destId="{27FD269C-E557-4A0E-869A-637CE13AD6A9}" srcOrd="0" destOrd="0" parTransId="{3EEAA8AE-DA08-4DC8-8A9E-7325836C37FD}" sibTransId="{2D6416B0-F4BA-4053-ADEA-AA255F80104F}"/>
    <dgm:cxn modelId="{E6C95218-E21D-4A3B-80CE-4043B04F4EAA}" srcId="{1E180E28-3EE5-49D3-B6CD-987776368632}" destId="{DE6B8E85-4705-4D27-A5D7-7A5660473519}" srcOrd="0" destOrd="0" parTransId="{AA592A43-8FE9-406E-9428-F6554F6DA3F4}" sibTransId="{20311A38-9DDA-42DD-A4F3-3137D7FEAB2E}"/>
    <dgm:cxn modelId="{CCF8BD20-8626-475A-A67D-62F33388B709}" type="presOf" srcId="{1E9A803A-D809-4783-9C60-C1B3480E61A0}" destId="{DD60F029-5F1C-4E66-AAF3-CE327632B836}" srcOrd="0" destOrd="1" presId="urn:microsoft.com/office/officeart/2005/8/layout/hProcess6"/>
    <dgm:cxn modelId="{57AF5C30-5E00-4099-A1F9-D2E810A2E5FB}" type="presOf" srcId="{B1E0D130-DAFD-4E29-A19A-97BF02DDED47}" destId="{DD60F029-5F1C-4E66-AAF3-CE327632B836}" srcOrd="0" destOrd="3" presId="urn:microsoft.com/office/officeart/2005/8/layout/hProcess6"/>
    <dgm:cxn modelId="{A77ED434-BF9B-4AB0-AB57-CBAD49B31047}" srcId="{27FD269C-E557-4A0E-869A-637CE13AD6A9}" destId="{1E180E28-3EE5-49D3-B6CD-987776368632}" srcOrd="0" destOrd="0" parTransId="{5EC18B05-0717-44A6-BE76-32EE4F535381}" sibTransId="{9C94F0D5-0027-45AC-AAD0-3F8A23BDAA52}"/>
    <dgm:cxn modelId="{F5B6E23A-F03E-4473-B433-006236FA7531}" type="presOf" srcId="{1E9A803A-D809-4783-9C60-C1B3480E61A0}" destId="{EC4F1ADB-CDE8-491B-854A-8F33794369EB}" srcOrd="1" destOrd="1" presId="urn:microsoft.com/office/officeart/2005/8/layout/hProcess6"/>
    <dgm:cxn modelId="{03FAD340-B88C-49BB-8FA0-B15C67D609F6}" type="presOf" srcId="{1A09BCA3-6491-412B-85B9-C739A0E39662}" destId="{DD60F029-5F1C-4E66-AAF3-CE327632B836}" srcOrd="0" destOrd="2" presId="urn:microsoft.com/office/officeart/2005/8/layout/hProcess6"/>
    <dgm:cxn modelId="{6E71395E-AAE0-4FCD-94F5-F31FB462FD90}" type="presOf" srcId="{CF2C1A6E-0CC5-4F73-852A-74E276610476}" destId="{8B0527D5-7901-47D4-B54A-52EDC0D372A5}" srcOrd="0" destOrd="3" presId="urn:microsoft.com/office/officeart/2005/8/layout/hProcess6"/>
    <dgm:cxn modelId="{7A6A1766-E639-4339-BB28-6778BCE6253B}" srcId="{FB431A1E-6AD2-4BCA-9570-F25A9AAB1A55}" destId="{1E9A803A-D809-4783-9C60-C1B3480E61A0}" srcOrd="0" destOrd="0" parTransId="{5F029FA9-CB7E-49CF-AE78-11DCFA895AC2}" sibTransId="{9E5FB928-656C-4655-ADC2-3F700416B7C8}"/>
    <dgm:cxn modelId="{C0F95A4F-1EB8-4EA1-BEFC-E9E84FFE4EC8}" type="presOf" srcId="{5030B291-1500-44DB-870C-F295906251AC}" destId="{FA7420CD-11BF-44BC-8DB8-8F900B285C29}" srcOrd="0" destOrd="0" presId="urn:microsoft.com/office/officeart/2005/8/layout/hProcess6"/>
    <dgm:cxn modelId="{C594F671-987B-4AAC-AEAD-A9AABD3E3C08}" type="presOf" srcId="{FB431A1E-6AD2-4BCA-9570-F25A9AAB1A55}" destId="{DD60F029-5F1C-4E66-AAF3-CE327632B836}" srcOrd="0" destOrd="0" presId="urn:microsoft.com/office/officeart/2005/8/layout/hProcess6"/>
    <dgm:cxn modelId="{464D3175-0AAD-4B51-A3A7-089361876122}" type="presOf" srcId="{DE6B8E85-4705-4D27-A5D7-7A5660473519}" destId="{8BACDFF3-19D2-455B-8A56-D9202E630924}" srcOrd="1" destOrd="2" presId="urn:microsoft.com/office/officeart/2005/8/layout/hProcess6"/>
    <dgm:cxn modelId="{18622F81-9FAE-4228-B0F1-DD50BBA6A105}" type="presOf" srcId="{1E180E28-3EE5-49D3-B6CD-987776368632}" destId="{8BACDFF3-19D2-455B-8A56-D9202E630924}" srcOrd="1" destOrd="1" presId="urn:microsoft.com/office/officeart/2005/8/layout/hProcess6"/>
    <dgm:cxn modelId="{70BD8698-5B8C-4756-AD46-C2E7B518E9A4}" type="presOf" srcId="{CF2C1A6E-0CC5-4F73-852A-74E276610476}" destId="{8BACDFF3-19D2-455B-8A56-D9202E630924}" srcOrd="1" destOrd="3" presId="urn:microsoft.com/office/officeart/2005/8/layout/hProcess6"/>
    <dgm:cxn modelId="{3E17EB9E-3B55-4DE2-BF58-A64F9C477974}" srcId="{B51BB104-633D-451D-9743-6EE39EB54F17}" destId="{BB480340-9527-4BC7-ACBE-BACF0AC433B8}" srcOrd="1" destOrd="0" parTransId="{3F6D08BD-8EB8-48AD-8083-57EA601EAD4F}" sibTransId="{E2C90DD9-3A66-4A8B-8669-A863DBE8D901}"/>
    <dgm:cxn modelId="{F58E65A7-528E-4153-B96E-D2EAEF8F746D}" srcId="{1E9A803A-D809-4783-9C60-C1B3480E61A0}" destId="{1A09BCA3-6491-412B-85B9-C739A0E39662}" srcOrd="0" destOrd="0" parTransId="{EFFBC36D-9539-4A77-8AA1-245E31E97596}" sibTransId="{137B79E3-11A6-4C6E-90F7-C671EF18D82A}"/>
    <dgm:cxn modelId="{15AA09A8-DC28-412A-AB87-3670CC3DDA72}" type="presOf" srcId="{1E180E28-3EE5-49D3-B6CD-987776368632}" destId="{8B0527D5-7901-47D4-B54A-52EDC0D372A5}" srcOrd="0" destOrd="1" presId="urn:microsoft.com/office/officeart/2005/8/layout/hProcess6"/>
    <dgm:cxn modelId="{999702AA-6FAD-488E-AAE9-E29D8EF36F11}" srcId="{B51BB104-633D-451D-9743-6EE39EB54F17}" destId="{5030B291-1500-44DB-870C-F295906251AC}" srcOrd="0" destOrd="0" parTransId="{EBC44FA2-E49F-4495-A6FD-A09E5ECF90B1}" sibTransId="{211AE983-53B7-4592-AB96-09EE1E83334C}"/>
    <dgm:cxn modelId="{C484BDB1-D15B-4328-AAD2-34B979411480}" type="presOf" srcId="{1A09BCA3-6491-412B-85B9-C739A0E39662}" destId="{EC4F1ADB-CDE8-491B-854A-8F33794369EB}" srcOrd="1" destOrd="2" presId="urn:microsoft.com/office/officeart/2005/8/layout/hProcess6"/>
    <dgm:cxn modelId="{CAFC6ACD-B8BE-45F4-B067-5DBED963C834}" srcId="{5030B291-1500-44DB-870C-F295906251AC}" destId="{FB431A1E-6AD2-4BCA-9570-F25A9AAB1A55}" srcOrd="0" destOrd="0" parTransId="{6BCAF038-D208-470D-A8F2-21AA71227DEE}" sibTransId="{2C3D5E0E-7246-4D33-A8F9-29C8DBAA4103}"/>
    <dgm:cxn modelId="{84E447D4-16B5-452E-B141-0207C2B0A40C}" type="presOf" srcId="{BB480340-9527-4BC7-ACBE-BACF0AC433B8}" destId="{9785E28B-CEC2-48BC-B8C1-F327ED18559B}" srcOrd="0" destOrd="0" presId="urn:microsoft.com/office/officeart/2005/8/layout/hProcess6"/>
    <dgm:cxn modelId="{73B4C4D9-C318-46B7-8CCA-8C62BE1AA531}" srcId="{1E180E28-3EE5-49D3-B6CD-987776368632}" destId="{CF2C1A6E-0CC5-4F73-852A-74E276610476}" srcOrd="1" destOrd="0" parTransId="{B240E463-3673-44B4-8BA3-D4F47116C687}" sibTransId="{30BBE8BE-5DBD-426A-9261-95A9C343E81D}"/>
    <dgm:cxn modelId="{1646CBDD-FDC4-40A9-8A41-A528423F15B0}" type="presOf" srcId="{B51BB104-633D-451D-9743-6EE39EB54F17}" destId="{6F151C42-0285-4A8F-8C7C-C50BAD124C82}" srcOrd="0" destOrd="0" presId="urn:microsoft.com/office/officeart/2005/8/layout/hProcess6"/>
    <dgm:cxn modelId="{963895E7-CC23-44EA-9E4B-EB417781AD3A}" type="presOf" srcId="{B1E0D130-DAFD-4E29-A19A-97BF02DDED47}" destId="{EC4F1ADB-CDE8-491B-854A-8F33794369EB}" srcOrd="1" destOrd="3" presId="urn:microsoft.com/office/officeart/2005/8/layout/hProcess6"/>
    <dgm:cxn modelId="{A72D7CF9-511A-4171-875D-C18F43968631}" type="presParOf" srcId="{6F151C42-0285-4A8F-8C7C-C50BAD124C82}" destId="{D937CCD1-271B-491A-AA02-740E057472D6}" srcOrd="0" destOrd="0" presId="urn:microsoft.com/office/officeart/2005/8/layout/hProcess6"/>
    <dgm:cxn modelId="{3926B3D8-4209-40F2-A491-A4FEF98F86D3}" type="presParOf" srcId="{D937CCD1-271B-491A-AA02-740E057472D6}" destId="{0EABF61C-1ADC-42A3-8E06-915B1A38A31D}" srcOrd="0" destOrd="0" presId="urn:microsoft.com/office/officeart/2005/8/layout/hProcess6"/>
    <dgm:cxn modelId="{7BB43D6D-4E0F-45C5-B5CD-17C8B49E16F2}" type="presParOf" srcId="{D937CCD1-271B-491A-AA02-740E057472D6}" destId="{DD60F029-5F1C-4E66-AAF3-CE327632B836}" srcOrd="1" destOrd="0" presId="urn:microsoft.com/office/officeart/2005/8/layout/hProcess6"/>
    <dgm:cxn modelId="{0EE04462-AA40-429C-AEAA-ACCC5BEF47CF}" type="presParOf" srcId="{D937CCD1-271B-491A-AA02-740E057472D6}" destId="{EC4F1ADB-CDE8-491B-854A-8F33794369EB}" srcOrd="2" destOrd="0" presId="urn:microsoft.com/office/officeart/2005/8/layout/hProcess6"/>
    <dgm:cxn modelId="{A1B3AFFF-1520-4A90-96AB-D99077F22ED0}" type="presParOf" srcId="{D937CCD1-271B-491A-AA02-740E057472D6}" destId="{FA7420CD-11BF-44BC-8DB8-8F900B285C29}" srcOrd="3" destOrd="0" presId="urn:microsoft.com/office/officeart/2005/8/layout/hProcess6"/>
    <dgm:cxn modelId="{153E08B0-B0E1-420A-B91C-B7BD12C41D54}" type="presParOf" srcId="{6F151C42-0285-4A8F-8C7C-C50BAD124C82}" destId="{403D61A0-2821-4D02-AA0C-5046F98C49A1}" srcOrd="1" destOrd="0" presId="urn:microsoft.com/office/officeart/2005/8/layout/hProcess6"/>
    <dgm:cxn modelId="{9089B0DA-3BE3-42D0-ACC5-19C3922450D9}" type="presParOf" srcId="{6F151C42-0285-4A8F-8C7C-C50BAD124C82}" destId="{4F0863D2-0EE9-4A4A-A3BE-50E7E6E3E607}" srcOrd="2" destOrd="0" presId="urn:microsoft.com/office/officeart/2005/8/layout/hProcess6"/>
    <dgm:cxn modelId="{EE4AAB03-5F64-479E-926F-06E8BED27BE1}" type="presParOf" srcId="{4F0863D2-0EE9-4A4A-A3BE-50E7E6E3E607}" destId="{A9D3618A-224E-4C53-B0A0-F8ADD90DEF6A}" srcOrd="0" destOrd="0" presId="urn:microsoft.com/office/officeart/2005/8/layout/hProcess6"/>
    <dgm:cxn modelId="{8B65932B-40FA-49B7-84C6-E4711C83EE57}" type="presParOf" srcId="{4F0863D2-0EE9-4A4A-A3BE-50E7E6E3E607}" destId="{8B0527D5-7901-47D4-B54A-52EDC0D372A5}" srcOrd="1" destOrd="0" presId="urn:microsoft.com/office/officeart/2005/8/layout/hProcess6"/>
    <dgm:cxn modelId="{EFFC2150-9D5D-45B9-BEF2-3D96FCC8BE3A}" type="presParOf" srcId="{4F0863D2-0EE9-4A4A-A3BE-50E7E6E3E607}" destId="{8BACDFF3-19D2-455B-8A56-D9202E630924}" srcOrd="2" destOrd="0" presId="urn:microsoft.com/office/officeart/2005/8/layout/hProcess6"/>
    <dgm:cxn modelId="{6DFA9206-1AB8-4389-B6EA-235E01C822B2}" type="presParOf" srcId="{4F0863D2-0EE9-4A4A-A3BE-50E7E6E3E607}" destId="{9785E28B-CEC2-48BC-B8C1-F327ED18559B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0040FB5-B9C7-47A1-AC61-FD3EE54326E5}" type="doc">
      <dgm:prSet loTypeId="urn:microsoft.com/office/officeart/2005/8/layout/orgChart1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90D2E3C-7211-4828-BEA8-CB611D35C5DC}">
      <dgm:prSet custT="1"/>
      <dgm:spPr/>
      <dgm:t>
        <a:bodyPr/>
        <a:lstStyle/>
        <a:p>
          <a:r>
            <a:rPr lang="nl-NL" sz="2400" dirty="0"/>
            <a:t>VOOR </a:t>
          </a:r>
          <a:r>
            <a:rPr lang="nl-NL" sz="2400" dirty="0">
              <a:solidFill>
                <a:schemeClr val="tx1"/>
              </a:solidFill>
            </a:rPr>
            <a:t>16S/WGS</a:t>
          </a:r>
          <a:r>
            <a:rPr lang="nl-NL" sz="2400" dirty="0"/>
            <a:t> EN </a:t>
          </a:r>
          <a:r>
            <a:rPr lang="nl-NL" sz="2400" dirty="0">
              <a:solidFill>
                <a:schemeClr val="tx1"/>
              </a:solidFill>
            </a:rPr>
            <a:t>VALIDATIE/EXPERIMENT</a:t>
          </a:r>
          <a:endParaRPr lang="en-US" sz="2400" dirty="0">
            <a:solidFill>
              <a:schemeClr val="tx1"/>
            </a:solidFill>
          </a:endParaRPr>
        </a:p>
      </dgm:t>
    </dgm:pt>
    <dgm:pt modelId="{603001FA-782D-4A70-8CCA-2EA7756F6A69}" type="parTrans" cxnId="{E717FC87-F055-4E70-902E-8C89E4A8FEF2}">
      <dgm:prSet/>
      <dgm:spPr/>
      <dgm:t>
        <a:bodyPr/>
        <a:lstStyle/>
        <a:p>
          <a:endParaRPr lang="en-US"/>
        </a:p>
      </dgm:t>
    </dgm:pt>
    <dgm:pt modelId="{B7F4058C-D2D8-47FE-9EB5-B64597DC7BB2}" type="sibTrans" cxnId="{E717FC87-F055-4E70-902E-8C89E4A8FEF2}">
      <dgm:prSet/>
      <dgm:spPr/>
      <dgm:t>
        <a:bodyPr/>
        <a:lstStyle/>
        <a:p>
          <a:endParaRPr lang="en-US"/>
        </a:p>
      </dgm:t>
    </dgm:pt>
    <dgm:pt modelId="{9A69ABF7-A533-4F37-9B35-61ABB32110CC}">
      <dgm:prSet/>
      <dgm:spPr/>
      <dgm:t>
        <a:bodyPr/>
        <a:lstStyle/>
        <a:p>
          <a:r>
            <a:rPr lang="nl-NL" dirty="0"/>
            <a:t>DNA-EXTRACTIE</a:t>
          </a:r>
          <a:endParaRPr lang="en-US" dirty="0"/>
        </a:p>
      </dgm:t>
    </dgm:pt>
    <dgm:pt modelId="{5024E450-1F70-471C-96FF-BB1333606FAC}" type="parTrans" cxnId="{A7A9AEDF-3D34-4A11-AADB-52FA937EAAF6}">
      <dgm:prSet/>
      <dgm:spPr/>
      <dgm:t>
        <a:bodyPr/>
        <a:lstStyle/>
        <a:p>
          <a:endParaRPr lang="en-US"/>
        </a:p>
      </dgm:t>
    </dgm:pt>
    <dgm:pt modelId="{CF417BA4-49B0-4383-AF56-DC5BEC7DAF8F}" type="sibTrans" cxnId="{A7A9AEDF-3D34-4A11-AADB-52FA937EAAF6}">
      <dgm:prSet/>
      <dgm:spPr/>
      <dgm:t>
        <a:bodyPr/>
        <a:lstStyle/>
        <a:p>
          <a:endParaRPr lang="en-US"/>
        </a:p>
      </dgm:t>
    </dgm:pt>
    <dgm:pt modelId="{D0CD46B1-4109-41BD-B7B8-E96B70EF6017}">
      <dgm:prSet/>
      <dgm:spPr/>
      <dgm:t>
        <a:bodyPr/>
        <a:lstStyle/>
        <a:p>
          <a:r>
            <a:rPr lang="nl-NL" dirty="0"/>
            <a:t>LIBRARY MAKEN</a:t>
          </a:r>
          <a:endParaRPr lang="en-US" dirty="0"/>
        </a:p>
      </dgm:t>
    </dgm:pt>
    <dgm:pt modelId="{AEB2A102-11E3-4133-8FD4-ABB0E1C30B3E}" type="parTrans" cxnId="{176C2BD8-3751-4F08-9645-9CAF0BC28208}">
      <dgm:prSet/>
      <dgm:spPr/>
      <dgm:t>
        <a:bodyPr/>
        <a:lstStyle/>
        <a:p>
          <a:endParaRPr lang="en-US"/>
        </a:p>
      </dgm:t>
    </dgm:pt>
    <dgm:pt modelId="{3AA76110-E3B9-4B3A-9F82-2AED8774185A}" type="sibTrans" cxnId="{176C2BD8-3751-4F08-9645-9CAF0BC28208}">
      <dgm:prSet/>
      <dgm:spPr/>
      <dgm:t>
        <a:bodyPr/>
        <a:lstStyle/>
        <a:p>
          <a:endParaRPr lang="en-US"/>
        </a:p>
      </dgm:t>
    </dgm:pt>
    <dgm:pt modelId="{B1C5A709-71AA-4585-AAB8-EA97B5DEAF22}">
      <dgm:prSet custT="1"/>
      <dgm:spPr/>
      <dgm:t>
        <a:bodyPr/>
        <a:lstStyle/>
        <a:p>
          <a:r>
            <a:rPr lang="nl-NL" sz="3600" dirty="0"/>
            <a:t>FLOW CELL LADEN + SEQUENCING</a:t>
          </a:r>
          <a:endParaRPr lang="en-US" sz="3600" dirty="0"/>
        </a:p>
      </dgm:t>
    </dgm:pt>
    <dgm:pt modelId="{4FD1F8A6-8357-4BD4-82E9-04E26DC88CD5}" type="parTrans" cxnId="{83A4D0B3-C4DF-4258-865E-D97A3E3E8B93}">
      <dgm:prSet/>
      <dgm:spPr/>
      <dgm:t>
        <a:bodyPr/>
        <a:lstStyle/>
        <a:p>
          <a:endParaRPr lang="en-US"/>
        </a:p>
      </dgm:t>
    </dgm:pt>
    <dgm:pt modelId="{9ED460CF-2E32-4739-9F77-3581951D9746}" type="sibTrans" cxnId="{83A4D0B3-C4DF-4258-865E-D97A3E3E8B93}">
      <dgm:prSet/>
      <dgm:spPr/>
      <dgm:t>
        <a:bodyPr/>
        <a:lstStyle/>
        <a:p>
          <a:endParaRPr lang="en-US"/>
        </a:p>
      </dgm:t>
    </dgm:pt>
    <dgm:pt modelId="{403D0822-48A8-48A3-92AD-40037EDE353B}" type="pres">
      <dgm:prSet presAssocID="{90040FB5-B9C7-47A1-AC61-FD3EE54326E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D9B2DAF8-5B95-44F1-9931-1A8A63E6F3C5}" type="pres">
      <dgm:prSet presAssocID="{590D2E3C-7211-4828-BEA8-CB611D35C5DC}" presName="hierRoot1" presStyleCnt="0">
        <dgm:presLayoutVars>
          <dgm:hierBranch val="init"/>
        </dgm:presLayoutVars>
      </dgm:prSet>
      <dgm:spPr/>
    </dgm:pt>
    <dgm:pt modelId="{EF688DA5-D890-4E30-956E-D3A909C13953}" type="pres">
      <dgm:prSet presAssocID="{590D2E3C-7211-4828-BEA8-CB611D35C5DC}" presName="rootComposite1" presStyleCnt="0"/>
      <dgm:spPr/>
    </dgm:pt>
    <dgm:pt modelId="{921D4C10-59D7-475A-9604-01A16255CB9F}" type="pres">
      <dgm:prSet presAssocID="{590D2E3C-7211-4828-BEA8-CB611D35C5DC}" presName="rootText1" presStyleLbl="node0" presStyleIdx="0" presStyleCnt="1" custScaleX="111315">
        <dgm:presLayoutVars>
          <dgm:chPref val="3"/>
        </dgm:presLayoutVars>
      </dgm:prSet>
      <dgm:spPr/>
    </dgm:pt>
    <dgm:pt modelId="{C07D89EF-0C81-49C4-9A08-88726710B71A}" type="pres">
      <dgm:prSet presAssocID="{590D2E3C-7211-4828-BEA8-CB611D35C5DC}" presName="rootConnector1" presStyleLbl="node1" presStyleIdx="0" presStyleCnt="0"/>
      <dgm:spPr/>
    </dgm:pt>
    <dgm:pt modelId="{DC3151D3-EF56-47CD-AE02-8560AA965732}" type="pres">
      <dgm:prSet presAssocID="{590D2E3C-7211-4828-BEA8-CB611D35C5DC}" presName="hierChild2" presStyleCnt="0"/>
      <dgm:spPr/>
    </dgm:pt>
    <dgm:pt modelId="{C8E45E93-713B-4AA3-8E29-D2B7713A6DF5}" type="pres">
      <dgm:prSet presAssocID="{5024E450-1F70-471C-96FF-BB1333606FAC}" presName="Name37" presStyleLbl="parChTrans1D2" presStyleIdx="0" presStyleCnt="3"/>
      <dgm:spPr/>
    </dgm:pt>
    <dgm:pt modelId="{9419CCEB-CF5D-4B5A-8B72-F5C217DB5AFB}" type="pres">
      <dgm:prSet presAssocID="{9A69ABF7-A533-4F37-9B35-61ABB32110CC}" presName="hierRoot2" presStyleCnt="0">
        <dgm:presLayoutVars>
          <dgm:hierBranch val="init"/>
        </dgm:presLayoutVars>
      </dgm:prSet>
      <dgm:spPr/>
    </dgm:pt>
    <dgm:pt modelId="{D4956276-1EF1-47ED-8763-8497E167FC0A}" type="pres">
      <dgm:prSet presAssocID="{9A69ABF7-A533-4F37-9B35-61ABB32110CC}" presName="rootComposite" presStyleCnt="0"/>
      <dgm:spPr/>
    </dgm:pt>
    <dgm:pt modelId="{8F7D0248-9D3B-4D9A-B4EE-36D0434E117C}" type="pres">
      <dgm:prSet presAssocID="{9A69ABF7-A533-4F37-9B35-61ABB32110CC}" presName="rootText" presStyleLbl="node2" presStyleIdx="0" presStyleCnt="3">
        <dgm:presLayoutVars>
          <dgm:chPref val="3"/>
        </dgm:presLayoutVars>
      </dgm:prSet>
      <dgm:spPr/>
    </dgm:pt>
    <dgm:pt modelId="{31E977D5-B2C2-4B57-A18E-606755EB3DB0}" type="pres">
      <dgm:prSet presAssocID="{9A69ABF7-A533-4F37-9B35-61ABB32110CC}" presName="rootConnector" presStyleLbl="node2" presStyleIdx="0" presStyleCnt="3"/>
      <dgm:spPr/>
    </dgm:pt>
    <dgm:pt modelId="{3B4ED691-4F76-4CE0-B7BC-AFF233413BAE}" type="pres">
      <dgm:prSet presAssocID="{9A69ABF7-A533-4F37-9B35-61ABB32110CC}" presName="hierChild4" presStyleCnt="0"/>
      <dgm:spPr/>
    </dgm:pt>
    <dgm:pt modelId="{B8672094-A063-4330-8EB8-2A8F5ADB031C}" type="pres">
      <dgm:prSet presAssocID="{9A69ABF7-A533-4F37-9B35-61ABB32110CC}" presName="hierChild5" presStyleCnt="0"/>
      <dgm:spPr/>
    </dgm:pt>
    <dgm:pt modelId="{7C22B815-CBBC-4B1C-83DE-B8DBA4A3FFA6}" type="pres">
      <dgm:prSet presAssocID="{AEB2A102-11E3-4133-8FD4-ABB0E1C30B3E}" presName="Name37" presStyleLbl="parChTrans1D2" presStyleIdx="1" presStyleCnt="3"/>
      <dgm:spPr/>
    </dgm:pt>
    <dgm:pt modelId="{32667CB7-AB73-4142-8804-66D66CE798CA}" type="pres">
      <dgm:prSet presAssocID="{D0CD46B1-4109-41BD-B7B8-E96B70EF6017}" presName="hierRoot2" presStyleCnt="0">
        <dgm:presLayoutVars>
          <dgm:hierBranch val="init"/>
        </dgm:presLayoutVars>
      </dgm:prSet>
      <dgm:spPr/>
    </dgm:pt>
    <dgm:pt modelId="{CA98100A-D056-48E1-BF04-22D125AF0777}" type="pres">
      <dgm:prSet presAssocID="{D0CD46B1-4109-41BD-B7B8-E96B70EF6017}" presName="rootComposite" presStyleCnt="0"/>
      <dgm:spPr/>
    </dgm:pt>
    <dgm:pt modelId="{19AD56D5-62E3-4131-B60B-5973B34DB371}" type="pres">
      <dgm:prSet presAssocID="{D0CD46B1-4109-41BD-B7B8-E96B70EF6017}" presName="rootText" presStyleLbl="node2" presStyleIdx="1" presStyleCnt="3">
        <dgm:presLayoutVars>
          <dgm:chPref val="3"/>
        </dgm:presLayoutVars>
      </dgm:prSet>
      <dgm:spPr/>
    </dgm:pt>
    <dgm:pt modelId="{E4A33A60-C0BB-4812-B90A-95BE84A117B0}" type="pres">
      <dgm:prSet presAssocID="{D0CD46B1-4109-41BD-B7B8-E96B70EF6017}" presName="rootConnector" presStyleLbl="node2" presStyleIdx="1" presStyleCnt="3"/>
      <dgm:spPr/>
    </dgm:pt>
    <dgm:pt modelId="{71821C91-E1C7-40F4-A769-3196FFF9E753}" type="pres">
      <dgm:prSet presAssocID="{D0CD46B1-4109-41BD-B7B8-E96B70EF6017}" presName="hierChild4" presStyleCnt="0"/>
      <dgm:spPr/>
    </dgm:pt>
    <dgm:pt modelId="{6633537E-2070-43CF-B290-97279A20D197}" type="pres">
      <dgm:prSet presAssocID="{D0CD46B1-4109-41BD-B7B8-E96B70EF6017}" presName="hierChild5" presStyleCnt="0"/>
      <dgm:spPr/>
    </dgm:pt>
    <dgm:pt modelId="{B64FC66E-94A1-44BD-B4B9-8FC80D95E781}" type="pres">
      <dgm:prSet presAssocID="{4FD1F8A6-8357-4BD4-82E9-04E26DC88CD5}" presName="Name37" presStyleLbl="parChTrans1D2" presStyleIdx="2" presStyleCnt="3"/>
      <dgm:spPr/>
    </dgm:pt>
    <dgm:pt modelId="{FE59C32E-3D91-4ABD-B0B9-42416300886F}" type="pres">
      <dgm:prSet presAssocID="{B1C5A709-71AA-4585-AAB8-EA97B5DEAF22}" presName="hierRoot2" presStyleCnt="0">
        <dgm:presLayoutVars>
          <dgm:hierBranch val="init"/>
        </dgm:presLayoutVars>
      </dgm:prSet>
      <dgm:spPr/>
    </dgm:pt>
    <dgm:pt modelId="{B92A83E7-71EE-41A4-8D80-08D5C65868CF}" type="pres">
      <dgm:prSet presAssocID="{B1C5A709-71AA-4585-AAB8-EA97B5DEAF22}" presName="rootComposite" presStyleCnt="0"/>
      <dgm:spPr/>
    </dgm:pt>
    <dgm:pt modelId="{5F170C7A-B70F-4689-9530-AA48422824D9}" type="pres">
      <dgm:prSet presAssocID="{B1C5A709-71AA-4585-AAB8-EA97B5DEAF22}" presName="rootText" presStyleLbl="node2" presStyleIdx="2" presStyleCnt="3" custScaleX="121961" custScaleY="105578">
        <dgm:presLayoutVars>
          <dgm:chPref val="3"/>
        </dgm:presLayoutVars>
      </dgm:prSet>
      <dgm:spPr/>
    </dgm:pt>
    <dgm:pt modelId="{1C0DA06C-1EEE-46AD-9C1C-B158ABB6B8CF}" type="pres">
      <dgm:prSet presAssocID="{B1C5A709-71AA-4585-AAB8-EA97B5DEAF22}" presName="rootConnector" presStyleLbl="node2" presStyleIdx="2" presStyleCnt="3"/>
      <dgm:spPr/>
    </dgm:pt>
    <dgm:pt modelId="{57729B7C-35F7-4D6D-B8FC-50F3396FC5B5}" type="pres">
      <dgm:prSet presAssocID="{B1C5A709-71AA-4585-AAB8-EA97B5DEAF22}" presName="hierChild4" presStyleCnt="0"/>
      <dgm:spPr/>
    </dgm:pt>
    <dgm:pt modelId="{CBDD7DB4-E3EA-42A4-9D7E-13AA10CA7DE9}" type="pres">
      <dgm:prSet presAssocID="{B1C5A709-71AA-4585-AAB8-EA97B5DEAF22}" presName="hierChild5" presStyleCnt="0"/>
      <dgm:spPr/>
    </dgm:pt>
    <dgm:pt modelId="{7C696B2C-A9EA-4453-AB5D-4E8EAC7A2CB6}" type="pres">
      <dgm:prSet presAssocID="{590D2E3C-7211-4828-BEA8-CB611D35C5DC}" presName="hierChild3" presStyleCnt="0"/>
      <dgm:spPr/>
    </dgm:pt>
  </dgm:ptLst>
  <dgm:cxnLst>
    <dgm:cxn modelId="{01747C05-E2A7-4733-8C34-38DEA31F50BF}" type="presOf" srcId="{B1C5A709-71AA-4585-AAB8-EA97B5DEAF22}" destId="{5F170C7A-B70F-4689-9530-AA48422824D9}" srcOrd="0" destOrd="0" presId="urn:microsoft.com/office/officeart/2005/8/layout/orgChart1"/>
    <dgm:cxn modelId="{5A45C720-9C8F-4527-9DD4-B60CFE3E7E4A}" type="presOf" srcId="{9A69ABF7-A533-4F37-9B35-61ABB32110CC}" destId="{8F7D0248-9D3B-4D9A-B4EE-36D0434E117C}" srcOrd="0" destOrd="0" presId="urn:microsoft.com/office/officeart/2005/8/layout/orgChart1"/>
    <dgm:cxn modelId="{7DD30526-D3E8-4786-A8EA-B83FEEC3B870}" type="presOf" srcId="{590D2E3C-7211-4828-BEA8-CB611D35C5DC}" destId="{C07D89EF-0C81-49C4-9A08-88726710B71A}" srcOrd="1" destOrd="0" presId="urn:microsoft.com/office/officeart/2005/8/layout/orgChart1"/>
    <dgm:cxn modelId="{31042472-7CA7-4BB1-9A63-834B7FD3A6CA}" type="presOf" srcId="{5024E450-1F70-471C-96FF-BB1333606FAC}" destId="{C8E45E93-713B-4AA3-8E29-D2B7713A6DF5}" srcOrd="0" destOrd="0" presId="urn:microsoft.com/office/officeart/2005/8/layout/orgChart1"/>
    <dgm:cxn modelId="{D02B3782-E13D-4E8E-801B-7B7B33B4C919}" type="presOf" srcId="{590D2E3C-7211-4828-BEA8-CB611D35C5DC}" destId="{921D4C10-59D7-475A-9604-01A16255CB9F}" srcOrd="0" destOrd="0" presId="urn:microsoft.com/office/officeart/2005/8/layout/orgChart1"/>
    <dgm:cxn modelId="{F0A03185-1EE1-4A6D-8854-421439B872C5}" type="presOf" srcId="{9A69ABF7-A533-4F37-9B35-61ABB32110CC}" destId="{31E977D5-B2C2-4B57-A18E-606755EB3DB0}" srcOrd="1" destOrd="0" presId="urn:microsoft.com/office/officeart/2005/8/layout/orgChart1"/>
    <dgm:cxn modelId="{07B0AB86-67F5-423C-8778-6BF6D0173072}" type="presOf" srcId="{D0CD46B1-4109-41BD-B7B8-E96B70EF6017}" destId="{E4A33A60-C0BB-4812-B90A-95BE84A117B0}" srcOrd="1" destOrd="0" presId="urn:microsoft.com/office/officeart/2005/8/layout/orgChart1"/>
    <dgm:cxn modelId="{E717FC87-F055-4E70-902E-8C89E4A8FEF2}" srcId="{90040FB5-B9C7-47A1-AC61-FD3EE54326E5}" destId="{590D2E3C-7211-4828-BEA8-CB611D35C5DC}" srcOrd="0" destOrd="0" parTransId="{603001FA-782D-4A70-8CCA-2EA7756F6A69}" sibTransId="{B7F4058C-D2D8-47FE-9EB5-B64597DC7BB2}"/>
    <dgm:cxn modelId="{50F54F92-882E-4C99-A6C2-22C9CB843DA0}" type="presOf" srcId="{D0CD46B1-4109-41BD-B7B8-E96B70EF6017}" destId="{19AD56D5-62E3-4131-B60B-5973B34DB371}" srcOrd="0" destOrd="0" presId="urn:microsoft.com/office/officeart/2005/8/layout/orgChart1"/>
    <dgm:cxn modelId="{2134FCA7-221C-497A-856C-C8FBA1388C83}" type="presOf" srcId="{4FD1F8A6-8357-4BD4-82E9-04E26DC88CD5}" destId="{B64FC66E-94A1-44BD-B4B9-8FC80D95E781}" srcOrd="0" destOrd="0" presId="urn:microsoft.com/office/officeart/2005/8/layout/orgChart1"/>
    <dgm:cxn modelId="{83A4D0B3-C4DF-4258-865E-D97A3E3E8B93}" srcId="{590D2E3C-7211-4828-BEA8-CB611D35C5DC}" destId="{B1C5A709-71AA-4585-AAB8-EA97B5DEAF22}" srcOrd="2" destOrd="0" parTransId="{4FD1F8A6-8357-4BD4-82E9-04E26DC88CD5}" sibTransId="{9ED460CF-2E32-4739-9F77-3581951D9746}"/>
    <dgm:cxn modelId="{6DB31FC1-0B24-4C26-A7F8-03899CCA000C}" type="presOf" srcId="{AEB2A102-11E3-4133-8FD4-ABB0E1C30B3E}" destId="{7C22B815-CBBC-4B1C-83DE-B8DBA4A3FFA6}" srcOrd="0" destOrd="0" presId="urn:microsoft.com/office/officeart/2005/8/layout/orgChart1"/>
    <dgm:cxn modelId="{AECA6CD5-50DC-44D6-BD41-846AD25A0C86}" type="presOf" srcId="{B1C5A709-71AA-4585-AAB8-EA97B5DEAF22}" destId="{1C0DA06C-1EEE-46AD-9C1C-B158ABB6B8CF}" srcOrd="1" destOrd="0" presId="urn:microsoft.com/office/officeart/2005/8/layout/orgChart1"/>
    <dgm:cxn modelId="{176C2BD8-3751-4F08-9645-9CAF0BC28208}" srcId="{590D2E3C-7211-4828-BEA8-CB611D35C5DC}" destId="{D0CD46B1-4109-41BD-B7B8-E96B70EF6017}" srcOrd="1" destOrd="0" parTransId="{AEB2A102-11E3-4133-8FD4-ABB0E1C30B3E}" sibTransId="{3AA76110-E3B9-4B3A-9F82-2AED8774185A}"/>
    <dgm:cxn modelId="{A7A9AEDF-3D34-4A11-AADB-52FA937EAAF6}" srcId="{590D2E3C-7211-4828-BEA8-CB611D35C5DC}" destId="{9A69ABF7-A533-4F37-9B35-61ABB32110CC}" srcOrd="0" destOrd="0" parTransId="{5024E450-1F70-471C-96FF-BB1333606FAC}" sibTransId="{CF417BA4-49B0-4383-AF56-DC5BEC7DAF8F}"/>
    <dgm:cxn modelId="{EB0F63F7-F2B1-4B34-9B5E-5AA659B8CFD1}" type="presOf" srcId="{90040FB5-B9C7-47A1-AC61-FD3EE54326E5}" destId="{403D0822-48A8-48A3-92AD-40037EDE353B}" srcOrd="0" destOrd="0" presId="urn:microsoft.com/office/officeart/2005/8/layout/orgChart1"/>
    <dgm:cxn modelId="{DBF417A7-41E7-4758-BDE1-B0ADE979B503}" type="presParOf" srcId="{403D0822-48A8-48A3-92AD-40037EDE353B}" destId="{D9B2DAF8-5B95-44F1-9931-1A8A63E6F3C5}" srcOrd="0" destOrd="0" presId="urn:microsoft.com/office/officeart/2005/8/layout/orgChart1"/>
    <dgm:cxn modelId="{E3F91DBA-691F-4938-B1D3-50428FE3FBA7}" type="presParOf" srcId="{D9B2DAF8-5B95-44F1-9931-1A8A63E6F3C5}" destId="{EF688DA5-D890-4E30-956E-D3A909C13953}" srcOrd="0" destOrd="0" presId="urn:microsoft.com/office/officeart/2005/8/layout/orgChart1"/>
    <dgm:cxn modelId="{83DF9910-9179-4359-9D20-96F5B2FB7A9E}" type="presParOf" srcId="{EF688DA5-D890-4E30-956E-D3A909C13953}" destId="{921D4C10-59D7-475A-9604-01A16255CB9F}" srcOrd="0" destOrd="0" presId="urn:microsoft.com/office/officeart/2005/8/layout/orgChart1"/>
    <dgm:cxn modelId="{20E2FC4A-7823-4D7D-AF91-4FA2C60D00F3}" type="presParOf" srcId="{EF688DA5-D890-4E30-956E-D3A909C13953}" destId="{C07D89EF-0C81-49C4-9A08-88726710B71A}" srcOrd="1" destOrd="0" presId="urn:microsoft.com/office/officeart/2005/8/layout/orgChart1"/>
    <dgm:cxn modelId="{892B0798-490A-4841-B4C9-D5C354A138F5}" type="presParOf" srcId="{D9B2DAF8-5B95-44F1-9931-1A8A63E6F3C5}" destId="{DC3151D3-EF56-47CD-AE02-8560AA965732}" srcOrd="1" destOrd="0" presId="urn:microsoft.com/office/officeart/2005/8/layout/orgChart1"/>
    <dgm:cxn modelId="{B41B1187-6EF3-4CDF-AF2D-42D66F42F1CF}" type="presParOf" srcId="{DC3151D3-EF56-47CD-AE02-8560AA965732}" destId="{C8E45E93-713B-4AA3-8E29-D2B7713A6DF5}" srcOrd="0" destOrd="0" presId="urn:microsoft.com/office/officeart/2005/8/layout/orgChart1"/>
    <dgm:cxn modelId="{615B94CF-C4DD-4345-AA00-A0994F46E64E}" type="presParOf" srcId="{DC3151D3-EF56-47CD-AE02-8560AA965732}" destId="{9419CCEB-CF5D-4B5A-8B72-F5C217DB5AFB}" srcOrd="1" destOrd="0" presId="urn:microsoft.com/office/officeart/2005/8/layout/orgChart1"/>
    <dgm:cxn modelId="{C5BDA5E0-15C7-4922-B5C1-C2EDEEE561BB}" type="presParOf" srcId="{9419CCEB-CF5D-4B5A-8B72-F5C217DB5AFB}" destId="{D4956276-1EF1-47ED-8763-8497E167FC0A}" srcOrd="0" destOrd="0" presId="urn:microsoft.com/office/officeart/2005/8/layout/orgChart1"/>
    <dgm:cxn modelId="{E9892C90-8434-442D-96AB-32D5BCF9217B}" type="presParOf" srcId="{D4956276-1EF1-47ED-8763-8497E167FC0A}" destId="{8F7D0248-9D3B-4D9A-B4EE-36D0434E117C}" srcOrd="0" destOrd="0" presId="urn:microsoft.com/office/officeart/2005/8/layout/orgChart1"/>
    <dgm:cxn modelId="{3502EF14-63BB-4415-96F9-3FD7D5CD67E4}" type="presParOf" srcId="{D4956276-1EF1-47ED-8763-8497E167FC0A}" destId="{31E977D5-B2C2-4B57-A18E-606755EB3DB0}" srcOrd="1" destOrd="0" presId="urn:microsoft.com/office/officeart/2005/8/layout/orgChart1"/>
    <dgm:cxn modelId="{162F0261-1EE2-4403-8945-D3F9E4627BDD}" type="presParOf" srcId="{9419CCEB-CF5D-4B5A-8B72-F5C217DB5AFB}" destId="{3B4ED691-4F76-4CE0-B7BC-AFF233413BAE}" srcOrd="1" destOrd="0" presId="urn:microsoft.com/office/officeart/2005/8/layout/orgChart1"/>
    <dgm:cxn modelId="{D7FD253C-0CFD-49D1-AC18-050C2A5719B3}" type="presParOf" srcId="{9419CCEB-CF5D-4B5A-8B72-F5C217DB5AFB}" destId="{B8672094-A063-4330-8EB8-2A8F5ADB031C}" srcOrd="2" destOrd="0" presId="urn:microsoft.com/office/officeart/2005/8/layout/orgChart1"/>
    <dgm:cxn modelId="{5F168C1F-2F90-4D54-BE43-4F3AAD959F70}" type="presParOf" srcId="{DC3151D3-EF56-47CD-AE02-8560AA965732}" destId="{7C22B815-CBBC-4B1C-83DE-B8DBA4A3FFA6}" srcOrd="2" destOrd="0" presId="urn:microsoft.com/office/officeart/2005/8/layout/orgChart1"/>
    <dgm:cxn modelId="{33C4B25E-30AB-4CAC-B1D9-9E0F8446807E}" type="presParOf" srcId="{DC3151D3-EF56-47CD-AE02-8560AA965732}" destId="{32667CB7-AB73-4142-8804-66D66CE798CA}" srcOrd="3" destOrd="0" presId="urn:microsoft.com/office/officeart/2005/8/layout/orgChart1"/>
    <dgm:cxn modelId="{5025475E-33F3-4949-AAA2-32945BF89B91}" type="presParOf" srcId="{32667CB7-AB73-4142-8804-66D66CE798CA}" destId="{CA98100A-D056-48E1-BF04-22D125AF0777}" srcOrd="0" destOrd="0" presId="urn:microsoft.com/office/officeart/2005/8/layout/orgChart1"/>
    <dgm:cxn modelId="{2EE99CBB-1712-431D-8E93-271F5548E64C}" type="presParOf" srcId="{CA98100A-D056-48E1-BF04-22D125AF0777}" destId="{19AD56D5-62E3-4131-B60B-5973B34DB371}" srcOrd="0" destOrd="0" presId="urn:microsoft.com/office/officeart/2005/8/layout/orgChart1"/>
    <dgm:cxn modelId="{9CBBDFDE-1C2A-4E5F-86F3-8F037BFA81C8}" type="presParOf" srcId="{CA98100A-D056-48E1-BF04-22D125AF0777}" destId="{E4A33A60-C0BB-4812-B90A-95BE84A117B0}" srcOrd="1" destOrd="0" presId="urn:microsoft.com/office/officeart/2005/8/layout/orgChart1"/>
    <dgm:cxn modelId="{3D2ABD91-809D-4D90-95ED-AF3F09CD7408}" type="presParOf" srcId="{32667CB7-AB73-4142-8804-66D66CE798CA}" destId="{71821C91-E1C7-40F4-A769-3196FFF9E753}" srcOrd="1" destOrd="0" presId="urn:microsoft.com/office/officeart/2005/8/layout/orgChart1"/>
    <dgm:cxn modelId="{DBBD1540-B32E-4774-ADCC-86214E7FB8E6}" type="presParOf" srcId="{32667CB7-AB73-4142-8804-66D66CE798CA}" destId="{6633537E-2070-43CF-B290-97279A20D197}" srcOrd="2" destOrd="0" presId="urn:microsoft.com/office/officeart/2005/8/layout/orgChart1"/>
    <dgm:cxn modelId="{AC80F776-4965-4C5D-BA86-F09785A78BBE}" type="presParOf" srcId="{DC3151D3-EF56-47CD-AE02-8560AA965732}" destId="{B64FC66E-94A1-44BD-B4B9-8FC80D95E781}" srcOrd="4" destOrd="0" presId="urn:microsoft.com/office/officeart/2005/8/layout/orgChart1"/>
    <dgm:cxn modelId="{B03359E3-6379-4D20-B9DD-CA55E21D7448}" type="presParOf" srcId="{DC3151D3-EF56-47CD-AE02-8560AA965732}" destId="{FE59C32E-3D91-4ABD-B0B9-42416300886F}" srcOrd="5" destOrd="0" presId="urn:microsoft.com/office/officeart/2005/8/layout/orgChart1"/>
    <dgm:cxn modelId="{2680E4A0-9B58-4B0D-9E67-F1AE6D2F9ED1}" type="presParOf" srcId="{FE59C32E-3D91-4ABD-B0B9-42416300886F}" destId="{B92A83E7-71EE-41A4-8D80-08D5C65868CF}" srcOrd="0" destOrd="0" presId="urn:microsoft.com/office/officeart/2005/8/layout/orgChart1"/>
    <dgm:cxn modelId="{7DEA4F74-5B0C-4911-88DB-07538B012017}" type="presParOf" srcId="{B92A83E7-71EE-41A4-8D80-08D5C65868CF}" destId="{5F170C7A-B70F-4689-9530-AA48422824D9}" srcOrd="0" destOrd="0" presId="urn:microsoft.com/office/officeart/2005/8/layout/orgChart1"/>
    <dgm:cxn modelId="{E30C840B-8496-4DE2-A29F-6FFDDD7F4172}" type="presParOf" srcId="{B92A83E7-71EE-41A4-8D80-08D5C65868CF}" destId="{1C0DA06C-1EEE-46AD-9C1C-B158ABB6B8CF}" srcOrd="1" destOrd="0" presId="urn:microsoft.com/office/officeart/2005/8/layout/orgChart1"/>
    <dgm:cxn modelId="{65298CF1-624D-49E9-9973-5395275D7CC6}" type="presParOf" srcId="{FE59C32E-3D91-4ABD-B0B9-42416300886F}" destId="{57729B7C-35F7-4D6D-B8FC-50F3396FC5B5}" srcOrd="1" destOrd="0" presId="urn:microsoft.com/office/officeart/2005/8/layout/orgChart1"/>
    <dgm:cxn modelId="{15F8E61C-770D-48D7-9703-AF5CBD8170D8}" type="presParOf" srcId="{FE59C32E-3D91-4ABD-B0B9-42416300886F}" destId="{CBDD7DB4-E3EA-42A4-9D7E-13AA10CA7DE9}" srcOrd="2" destOrd="0" presId="urn:microsoft.com/office/officeart/2005/8/layout/orgChart1"/>
    <dgm:cxn modelId="{2719B179-FE66-458D-A56A-8165B26633B3}" type="presParOf" srcId="{D9B2DAF8-5B95-44F1-9931-1A8A63E6F3C5}" destId="{7C696B2C-A9EA-4453-AB5D-4E8EAC7A2CB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41B5759-4973-469F-B829-8E0CA3EB5D30}" type="doc">
      <dgm:prSet loTypeId="urn:microsoft.com/office/officeart/2005/8/layout/list1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nl-NL"/>
        </a:p>
      </dgm:t>
    </dgm:pt>
    <dgm:pt modelId="{7332546A-EC9D-4864-8F28-1F53BC18E932}">
      <dgm:prSet/>
      <dgm:spPr/>
      <dgm:t>
        <a:bodyPr/>
        <a:lstStyle/>
        <a:p>
          <a:r>
            <a:rPr lang="nl-NL" b="1"/>
            <a:t>DNA-EXTRACTIE</a:t>
          </a:r>
          <a:endParaRPr lang="nl-NL" b="1" dirty="0"/>
        </a:p>
      </dgm:t>
    </dgm:pt>
    <dgm:pt modelId="{04BDAB82-73F6-4A08-B623-2597DDB63748}" type="parTrans" cxnId="{52B5E4D1-3DEC-43C0-9092-58A5B998FA51}">
      <dgm:prSet/>
      <dgm:spPr/>
      <dgm:t>
        <a:bodyPr/>
        <a:lstStyle/>
        <a:p>
          <a:endParaRPr lang="nl-NL"/>
        </a:p>
      </dgm:t>
    </dgm:pt>
    <dgm:pt modelId="{6C3B664F-8499-4412-9CF1-AF2F843F0327}" type="sibTrans" cxnId="{52B5E4D1-3DEC-43C0-9092-58A5B998FA51}">
      <dgm:prSet/>
      <dgm:spPr/>
      <dgm:t>
        <a:bodyPr/>
        <a:lstStyle/>
        <a:p>
          <a:endParaRPr lang="nl-NL"/>
        </a:p>
      </dgm:t>
    </dgm:pt>
    <dgm:pt modelId="{C7E6DA8A-268B-4B13-A04C-69441DBD6BD6}">
      <dgm:prSet/>
      <dgm:spPr/>
      <dgm:t>
        <a:bodyPr/>
        <a:lstStyle/>
        <a:p>
          <a:r>
            <a:rPr lang="nl-NL" i="1" dirty="0"/>
            <a:t> </a:t>
          </a:r>
          <a:r>
            <a:rPr lang="nl-NL" i="1" dirty="0" err="1"/>
            <a:t>ZymoBIOMICS</a:t>
          </a:r>
          <a:r>
            <a:rPr lang="nl-NL" i="1" dirty="0"/>
            <a:t>™ DNA Miniprep Kit</a:t>
          </a:r>
        </a:p>
      </dgm:t>
    </dgm:pt>
    <dgm:pt modelId="{9F126B39-139E-4176-A491-4B8930C3FA15}" type="parTrans" cxnId="{91EC5A4A-549F-419A-90FC-EA4A8DF22845}">
      <dgm:prSet/>
      <dgm:spPr/>
      <dgm:t>
        <a:bodyPr/>
        <a:lstStyle/>
        <a:p>
          <a:endParaRPr lang="nl-NL"/>
        </a:p>
      </dgm:t>
    </dgm:pt>
    <dgm:pt modelId="{CDE8E39D-C954-4B7E-A2CE-D6DA377876A8}" type="sibTrans" cxnId="{91EC5A4A-549F-419A-90FC-EA4A8DF22845}">
      <dgm:prSet/>
      <dgm:spPr/>
      <dgm:t>
        <a:bodyPr/>
        <a:lstStyle/>
        <a:p>
          <a:endParaRPr lang="nl-NL"/>
        </a:p>
      </dgm:t>
    </dgm:pt>
    <dgm:pt modelId="{3CB834DC-5217-45A8-80B2-D2937A9572D7}">
      <dgm:prSet/>
      <dgm:spPr/>
      <dgm:t>
        <a:bodyPr/>
        <a:lstStyle/>
        <a:p>
          <a:r>
            <a:rPr lang="nl-NL" b="1" dirty="0"/>
            <a:t> Identiek</a:t>
          </a:r>
          <a:r>
            <a:rPr lang="nl-NL" dirty="0"/>
            <a:t> aan 16S</a:t>
          </a:r>
        </a:p>
      </dgm:t>
    </dgm:pt>
    <dgm:pt modelId="{43E0B968-348B-4965-AA6F-BD77206A930D}" type="parTrans" cxnId="{C5DA373E-D504-41F0-8D5B-9CC482010341}">
      <dgm:prSet/>
      <dgm:spPr/>
      <dgm:t>
        <a:bodyPr/>
        <a:lstStyle/>
        <a:p>
          <a:endParaRPr lang="nl-NL"/>
        </a:p>
      </dgm:t>
    </dgm:pt>
    <dgm:pt modelId="{12958C69-4440-455A-A131-F5FC0DC5025D}" type="sibTrans" cxnId="{C5DA373E-D504-41F0-8D5B-9CC482010341}">
      <dgm:prSet/>
      <dgm:spPr/>
      <dgm:t>
        <a:bodyPr/>
        <a:lstStyle/>
        <a:p>
          <a:endParaRPr lang="nl-NL"/>
        </a:p>
      </dgm:t>
    </dgm:pt>
    <dgm:pt modelId="{269FC15C-841C-4699-9BF8-9BA286C24DEA}">
      <dgm:prSet/>
      <dgm:spPr/>
      <dgm:t>
        <a:bodyPr/>
        <a:lstStyle/>
        <a:p>
          <a:r>
            <a:rPr lang="nl-NL" b="1" dirty="0"/>
            <a:t>LIBRARY MAKEN</a:t>
          </a:r>
        </a:p>
      </dgm:t>
    </dgm:pt>
    <dgm:pt modelId="{0E2F5BDC-0E39-4851-957C-4958425C504D}" type="parTrans" cxnId="{832B3591-8A90-4195-BA56-B58799A5BAD9}">
      <dgm:prSet/>
      <dgm:spPr/>
      <dgm:t>
        <a:bodyPr/>
        <a:lstStyle/>
        <a:p>
          <a:endParaRPr lang="nl-NL"/>
        </a:p>
      </dgm:t>
    </dgm:pt>
    <dgm:pt modelId="{E4BA7DD8-C6CB-41D2-84CE-888711B6B281}" type="sibTrans" cxnId="{832B3591-8A90-4195-BA56-B58799A5BAD9}">
      <dgm:prSet/>
      <dgm:spPr/>
      <dgm:t>
        <a:bodyPr/>
        <a:lstStyle/>
        <a:p>
          <a:endParaRPr lang="nl-NL"/>
        </a:p>
      </dgm:t>
    </dgm:pt>
    <dgm:pt modelId="{CA2911CB-D898-4F19-9C32-D6D0569FD792}">
      <dgm:prSet/>
      <dgm:spPr/>
      <dgm:t>
        <a:bodyPr/>
        <a:lstStyle/>
        <a:p>
          <a:r>
            <a:rPr lang="nl-NL" dirty="0"/>
            <a:t> Algemeen:</a:t>
          </a:r>
        </a:p>
      </dgm:t>
    </dgm:pt>
    <dgm:pt modelId="{B188DA2C-E91E-446B-A9D5-D180EC46ABB8}" type="parTrans" cxnId="{C6AC48A7-7EE4-49BB-8E11-BB44E4A690A0}">
      <dgm:prSet/>
      <dgm:spPr/>
      <dgm:t>
        <a:bodyPr/>
        <a:lstStyle/>
        <a:p>
          <a:endParaRPr lang="nl-NL"/>
        </a:p>
      </dgm:t>
    </dgm:pt>
    <dgm:pt modelId="{4CC7B146-CBFE-436F-A02A-6ACDC868D897}" type="sibTrans" cxnId="{C6AC48A7-7EE4-49BB-8E11-BB44E4A690A0}">
      <dgm:prSet/>
      <dgm:spPr/>
      <dgm:t>
        <a:bodyPr/>
        <a:lstStyle/>
        <a:p>
          <a:endParaRPr lang="nl-NL"/>
        </a:p>
      </dgm:t>
    </dgm:pt>
    <dgm:pt modelId="{E9FDC27B-27E8-43C2-844A-A9A0C80DDD44}">
      <dgm:prSet/>
      <dgm:spPr/>
      <dgm:t>
        <a:bodyPr/>
        <a:lstStyle/>
        <a:p>
          <a:pPr>
            <a:buFont typeface="+mj-lt"/>
            <a:buAutoNum type="arabicPeriod"/>
          </a:pPr>
          <a:r>
            <a:rPr lang="nl-NL" dirty="0"/>
            <a:t> Barcodes toevoegen </a:t>
          </a:r>
        </a:p>
      </dgm:t>
    </dgm:pt>
    <dgm:pt modelId="{53543FCD-6FBA-41AC-8EE4-0AB46F2B10DA}" type="parTrans" cxnId="{FF7BDE88-5370-49DF-B6A8-2EFDFFA0F8C5}">
      <dgm:prSet/>
      <dgm:spPr/>
      <dgm:t>
        <a:bodyPr/>
        <a:lstStyle/>
        <a:p>
          <a:endParaRPr lang="nl-NL"/>
        </a:p>
      </dgm:t>
    </dgm:pt>
    <dgm:pt modelId="{D38054D8-A384-4FF4-9818-D67A6332D315}" type="sibTrans" cxnId="{FF7BDE88-5370-49DF-B6A8-2EFDFFA0F8C5}">
      <dgm:prSet/>
      <dgm:spPr/>
      <dgm:t>
        <a:bodyPr/>
        <a:lstStyle/>
        <a:p>
          <a:endParaRPr lang="nl-NL"/>
        </a:p>
      </dgm:t>
    </dgm:pt>
    <dgm:pt modelId="{117DE054-CC7D-48B5-BA19-2D2FFE28435C}">
      <dgm:prSet/>
      <dgm:spPr/>
      <dgm:t>
        <a:bodyPr/>
        <a:lstStyle/>
        <a:p>
          <a:pPr>
            <a:buFont typeface="+mj-lt"/>
            <a:buAutoNum type="arabicPeriod"/>
          </a:pPr>
          <a:r>
            <a:rPr lang="nl-NL" dirty="0"/>
            <a:t> </a:t>
          </a:r>
          <a:r>
            <a:rPr lang="nl-NL" dirty="0" err="1"/>
            <a:t>Equimolair</a:t>
          </a:r>
          <a:r>
            <a:rPr lang="nl-NL" dirty="0"/>
            <a:t> poolen </a:t>
          </a:r>
        </a:p>
      </dgm:t>
    </dgm:pt>
    <dgm:pt modelId="{2027C1F8-C3A5-463E-B779-78AA5CD314FF}" type="parTrans" cxnId="{5C418079-7042-4E9D-8399-56E5F47F9749}">
      <dgm:prSet/>
      <dgm:spPr/>
      <dgm:t>
        <a:bodyPr/>
        <a:lstStyle/>
        <a:p>
          <a:endParaRPr lang="nl-NL"/>
        </a:p>
      </dgm:t>
    </dgm:pt>
    <dgm:pt modelId="{79280BD0-5E73-488D-859C-E9213B3B9459}" type="sibTrans" cxnId="{5C418079-7042-4E9D-8399-56E5F47F9749}">
      <dgm:prSet/>
      <dgm:spPr/>
      <dgm:t>
        <a:bodyPr/>
        <a:lstStyle/>
        <a:p>
          <a:endParaRPr lang="nl-NL"/>
        </a:p>
      </dgm:t>
    </dgm:pt>
    <dgm:pt modelId="{33BDE8FF-928E-4D3E-B452-AE629358AC22}">
      <dgm:prSet/>
      <dgm:spPr/>
      <dgm:t>
        <a:bodyPr/>
        <a:lstStyle/>
        <a:p>
          <a:pPr>
            <a:buFont typeface="+mj-lt"/>
            <a:buAutoNum type="arabicPeriod"/>
          </a:pPr>
          <a:r>
            <a:rPr lang="nl-NL" dirty="0"/>
            <a:t> </a:t>
          </a:r>
          <a:r>
            <a:rPr lang="nl-NL" dirty="0" err="1"/>
            <a:t>Bead</a:t>
          </a:r>
          <a:r>
            <a:rPr lang="nl-NL" dirty="0"/>
            <a:t> </a:t>
          </a:r>
          <a:r>
            <a:rPr lang="nl-NL" dirty="0" err="1"/>
            <a:t>cleanup</a:t>
          </a:r>
          <a:r>
            <a:rPr lang="nl-NL" dirty="0"/>
            <a:t> </a:t>
          </a:r>
        </a:p>
      </dgm:t>
    </dgm:pt>
    <dgm:pt modelId="{CEC0D1F9-4C4B-4BE9-B472-2B8B3227F3AC}" type="parTrans" cxnId="{F8185C39-A172-47A0-A793-C4388F795EED}">
      <dgm:prSet/>
      <dgm:spPr/>
      <dgm:t>
        <a:bodyPr/>
        <a:lstStyle/>
        <a:p>
          <a:endParaRPr lang="nl-NL"/>
        </a:p>
      </dgm:t>
    </dgm:pt>
    <dgm:pt modelId="{D99E56F0-D311-40F1-8BFA-8E76A52E2C61}" type="sibTrans" cxnId="{F8185C39-A172-47A0-A793-C4388F795EED}">
      <dgm:prSet/>
      <dgm:spPr/>
      <dgm:t>
        <a:bodyPr/>
        <a:lstStyle/>
        <a:p>
          <a:endParaRPr lang="nl-NL"/>
        </a:p>
      </dgm:t>
    </dgm:pt>
    <dgm:pt modelId="{16E0C034-A00D-4688-98D3-63B922DE106B}">
      <dgm:prSet/>
      <dgm:spPr/>
      <dgm:t>
        <a:bodyPr/>
        <a:lstStyle/>
        <a:p>
          <a:pPr>
            <a:buFont typeface="+mj-lt"/>
            <a:buAutoNum type="arabicPeriod"/>
          </a:pPr>
          <a:r>
            <a:rPr lang="nl-NL" dirty="0"/>
            <a:t> Adapter ligatie </a:t>
          </a:r>
        </a:p>
      </dgm:t>
    </dgm:pt>
    <dgm:pt modelId="{F7011FE2-B0BB-430C-91E9-EF0FABFC0B76}" type="parTrans" cxnId="{FA4C41F7-E35C-4132-982E-442D8FAD3569}">
      <dgm:prSet/>
      <dgm:spPr/>
      <dgm:t>
        <a:bodyPr/>
        <a:lstStyle/>
        <a:p>
          <a:endParaRPr lang="nl-NL"/>
        </a:p>
      </dgm:t>
    </dgm:pt>
    <dgm:pt modelId="{F84EE754-6D43-48B2-A60F-6141E4D26CFF}" type="sibTrans" cxnId="{FA4C41F7-E35C-4132-982E-442D8FAD3569}">
      <dgm:prSet/>
      <dgm:spPr/>
      <dgm:t>
        <a:bodyPr/>
        <a:lstStyle/>
        <a:p>
          <a:endParaRPr lang="nl-NL"/>
        </a:p>
      </dgm:t>
    </dgm:pt>
    <dgm:pt modelId="{E4467B7E-FC1A-4126-96F5-6344637EA8A8}">
      <dgm:prSet/>
      <dgm:spPr/>
      <dgm:t>
        <a:bodyPr/>
        <a:lstStyle/>
        <a:p>
          <a:r>
            <a:rPr lang="nl-NL" b="1" dirty="0"/>
            <a:t> Verschillen</a:t>
          </a:r>
          <a:r>
            <a:rPr lang="nl-NL" dirty="0"/>
            <a:t> met 16S:</a:t>
          </a:r>
        </a:p>
      </dgm:t>
    </dgm:pt>
    <dgm:pt modelId="{1C15F32F-A4FA-430D-ADF8-020D0DA86927}" type="parTrans" cxnId="{4CF76741-7D51-4BCC-8F21-587C296AFBAB}">
      <dgm:prSet/>
      <dgm:spPr/>
      <dgm:t>
        <a:bodyPr/>
        <a:lstStyle/>
        <a:p>
          <a:endParaRPr lang="nl-NL"/>
        </a:p>
      </dgm:t>
    </dgm:pt>
    <dgm:pt modelId="{E53DB057-D1F1-4E8C-8148-98282054D9A9}" type="sibTrans" cxnId="{4CF76741-7D51-4BCC-8F21-587C296AFBAB}">
      <dgm:prSet/>
      <dgm:spPr/>
      <dgm:t>
        <a:bodyPr/>
        <a:lstStyle/>
        <a:p>
          <a:endParaRPr lang="nl-NL"/>
        </a:p>
      </dgm:t>
    </dgm:pt>
    <dgm:pt modelId="{3FF04439-E036-4894-87EE-D584509620E4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nl-NL" dirty="0"/>
            <a:t> Kit:</a:t>
          </a:r>
        </a:p>
      </dgm:t>
    </dgm:pt>
    <dgm:pt modelId="{DC3B0B2A-63E7-44E8-96EA-D9BFE8F9E3A7}" type="parTrans" cxnId="{D399D778-9F55-4732-AF8A-25AA54E4DE07}">
      <dgm:prSet/>
      <dgm:spPr/>
      <dgm:t>
        <a:bodyPr/>
        <a:lstStyle/>
        <a:p>
          <a:endParaRPr lang="nl-NL"/>
        </a:p>
      </dgm:t>
    </dgm:pt>
    <dgm:pt modelId="{CC44BBA0-13BE-4E4E-BD68-273DF4304DE0}" type="sibTrans" cxnId="{D399D778-9F55-4732-AF8A-25AA54E4DE07}">
      <dgm:prSet/>
      <dgm:spPr/>
      <dgm:t>
        <a:bodyPr/>
        <a:lstStyle/>
        <a:p>
          <a:endParaRPr lang="nl-NL"/>
        </a:p>
      </dgm:t>
    </dgm:pt>
    <dgm:pt modelId="{6BC3A249-DECA-45A2-B9F5-55BB303C9CC4}">
      <dgm:prSet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nl-NL" i="1" dirty="0"/>
            <a:t> </a:t>
          </a:r>
          <a:r>
            <a:rPr lang="nl-NL" i="1" dirty="0" err="1"/>
            <a:t>Ligation</a:t>
          </a:r>
          <a:r>
            <a:rPr lang="nl-NL" i="1" dirty="0"/>
            <a:t> sequencing </a:t>
          </a:r>
          <a:r>
            <a:rPr lang="nl-NL" i="1" dirty="0" err="1"/>
            <a:t>gDNA</a:t>
          </a:r>
          <a:r>
            <a:rPr lang="nl-NL" i="1" dirty="0"/>
            <a:t> - Native </a:t>
          </a:r>
          <a:r>
            <a:rPr lang="nl-NL" i="1" dirty="0" err="1"/>
            <a:t>Barcoding</a:t>
          </a:r>
          <a:r>
            <a:rPr lang="nl-NL" i="1" dirty="0"/>
            <a:t> Kit 24 V14</a:t>
          </a:r>
        </a:p>
      </dgm:t>
    </dgm:pt>
    <dgm:pt modelId="{C2D7D7F4-3F7B-4359-88BA-6B3A74C81DE1}" type="parTrans" cxnId="{9D035A0B-C863-432F-BB50-A96EF5ECC985}">
      <dgm:prSet/>
      <dgm:spPr/>
      <dgm:t>
        <a:bodyPr/>
        <a:lstStyle/>
        <a:p>
          <a:endParaRPr lang="nl-NL"/>
        </a:p>
      </dgm:t>
    </dgm:pt>
    <dgm:pt modelId="{41C74689-2F5F-4FD0-B77A-C16E0FFCAEC9}" type="sibTrans" cxnId="{9D035A0B-C863-432F-BB50-A96EF5ECC985}">
      <dgm:prSet/>
      <dgm:spPr/>
      <dgm:t>
        <a:bodyPr/>
        <a:lstStyle/>
        <a:p>
          <a:endParaRPr lang="nl-NL"/>
        </a:p>
      </dgm:t>
    </dgm:pt>
    <dgm:pt modelId="{6A9B44E8-0135-4BDA-BEFB-E5B2C8BD0898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nl-NL" b="1" dirty="0"/>
            <a:t> Geen</a:t>
          </a:r>
          <a:r>
            <a:rPr lang="nl-NL" dirty="0"/>
            <a:t> PCR </a:t>
          </a:r>
        </a:p>
      </dgm:t>
    </dgm:pt>
    <dgm:pt modelId="{5168937E-9901-484E-B313-F60C384AE4C8}" type="parTrans" cxnId="{7DA4A79F-B88E-4CA3-9DA4-516CF966A53E}">
      <dgm:prSet/>
      <dgm:spPr/>
      <dgm:t>
        <a:bodyPr/>
        <a:lstStyle/>
        <a:p>
          <a:endParaRPr lang="nl-NL"/>
        </a:p>
      </dgm:t>
    </dgm:pt>
    <dgm:pt modelId="{AD827AB6-382A-4E9F-B6E2-6348D27EFA64}" type="sibTrans" cxnId="{7DA4A79F-B88E-4CA3-9DA4-516CF966A53E}">
      <dgm:prSet/>
      <dgm:spPr/>
      <dgm:t>
        <a:bodyPr/>
        <a:lstStyle/>
        <a:p>
          <a:endParaRPr lang="nl-NL"/>
        </a:p>
      </dgm:t>
    </dgm:pt>
    <dgm:pt modelId="{D4131032-47B1-441E-AFA0-53CA800CB5B9}">
      <dgm:prSet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nl-NL" dirty="0"/>
            <a:t> Meer DNA opgebracht: 400 </a:t>
          </a:r>
          <a:r>
            <a:rPr lang="nl-NL" dirty="0" err="1"/>
            <a:t>ng</a:t>
          </a:r>
          <a:r>
            <a:rPr lang="nl-NL" dirty="0"/>
            <a:t> </a:t>
          </a:r>
        </a:p>
      </dgm:t>
    </dgm:pt>
    <dgm:pt modelId="{0DF8DAAA-991C-49D7-BE65-B24ADA1E2D0F}" type="parTrans" cxnId="{3FCC3786-353F-4B77-ADCE-F0B7544BCFC3}">
      <dgm:prSet/>
      <dgm:spPr/>
      <dgm:t>
        <a:bodyPr/>
        <a:lstStyle/>
        <a:p>
          <a:endParaRPr lang="nl-NL"/>
        </a:p>
      </dgm:t>
    </dgm:pt>
    <dgm:pt modelId="{3B0FF4F5-3456-4D0D-9DDE-AD7E7BB1EA6E}" type="sibTrans" cxnId="{3FCC3786-353F-4B77-ADCE-F0B7544BCFC3}">
      <dgm:prSet/>
      <dgm:spPr/>
      <dgm:t>
        <a:bodyPr/>
        <a:lstStyle/>
        <a:p>
          <a:endParaRPr lang="nl-NL"/>
        </a:p>
      </dgm:t>
    </dgm:pt>
    <dgm:pt modelId="{7B19DF47-474D-4D21-B1CA-40EFAA5C6FF3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nl-NL" dirty="0"/>
            <a:t> WGS-fragmenten langer</a:t>
          </a:r>
        </a:p>
      </dgm:t>
    </dgm:pt>
    <dgm:pt modelId="{DAB8B349-2111-4BC0-A0C9-017074BD5783}" type="parTrans" cxnId="{9207D7CD-07F5-46E8-9738-254B8060B6CE}">
      <dgm:prSet/>
      <dgm:spPr/>
      <dgm:t>
        <a:bodyPr/>
        <a:lstStyle/>
        <a:p>
          <a:endParaRPr lang="nl-NL"/>
        </a:p>
      </dgm:t>
    </dgm:pt>
    <dgm:pt modelId="{ED911AF2-A351-4F5E-A052-A33773199663}" type="sibTrans" cxnId="{9207D7CD-07F5-46E8-9738-254B8060B6CE}">
      <dgm:prSet/>
      <dgm:spPr/>
      <dgm:t>
        <a:bodyPr/>
        <a:lstStyle/>
        <a:p>
          <a:endParaRPr lang="nl-NL"/>
        </a:p>
      </dgm:t>
    </dgm:pt>
    <dgm:pt modelId="{45E40A99-BB92-4D2C-9C30-81F12ACECFFB}">
      <dgm:prSet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nl-NL" dirty="0"/>
            <a:t> Minder </a:t>
          </a:r>
          <a:r>
            <a:rPr lang="nl-NL" dirty="0" err="1"/>
            <a:t>fmol</a:t>
          </a:r>
          <a:r>
            <a:rPr lang="nl-NL" dirty="0"/>
            <a:t> vereist voor laden flow </a:t>
          </a:r>
          <a:r>
            <a:rPr lang="nl-NL" dirty="0" err="1"/>
            <a:t>cell</a:t>
          </a:r>
          <a:r>
            <a:rPr lang="nl-NL" dirty="0"/>
            <a:t> (5-10 </a:t>
          </a:r>
          <a:r>
            <a:rPr lang="nl-NL" dirty="0" err="1"/>
            <a:t>fmol</a:t>
          </a:r>
          <a:r>
            <a:rPr lang="nl-NL" dirty="0"/>
            <a:t>)</a:t>
          </a:r>
        </a:p>
      </dgm:t>
    </dgm:pt>
    <dgm:pt modelId="{567B3F3F-CFBF-4803-8AF4-5B7A5E24BA74}" type="parTrans" cxnId="{0D443D14-0166-438C-BC73-E74CAA0F1171}">
      <dgm:prSet/>
      <dgm:spPr/>
      <dgm:t>
        <a:bodyPr/>
        <a:lstStyle/>
        <a:p>
          <a:endParaRPr lang="nl-NL"/>
        </a:p>
      </dgm:t>
    </dgm:pt>
    <dgm:pt modelId="{02D725D0-95E8-407D-B7A1-086E2AF1792C}" type="sibTrans" cxnId="{0D443D14-0166-438C-BC73-E74CAA0F1171}">
      <dgm:prSet/>
      <dgm:spPr/>
      <dgm:t>
        <a:bodyPr/>
        <a:lstStyle/>
        <a:p>
          <a:endParaRPr lang="nl-NL"/>
        </a:p>
      </dgm:t>
    </dgm:pt>
    <dgm:pt modelId="{6BB2ED2F-766A-4BF9-A5B6-BBDB39E8E020}">
      <dgm:prSet/>
      <dgm:spPr/>
      <dgm:t>
        <a:bodyPr/>
        <a:lstStyle/>
        <a:p>
          <a:r>
            <a:rPr lang="nl-NL" b="1"/>
            <a:t>FLOW CELL LADEN EN SEQUENCEN</a:t>
          </a:r>
          <a:endParaRPr lang="nl-NL" b="1" dirty="0"/>
        </a:p>
      </dgm:t>
    </dgm:pt>
    <dgm:pt modelId="{599E6156-D948-44CC-AAFA-19EA9D535461}" type="parTrans" cxnId="{9B166069-04EE-4C85-99C0-660C7482E798}">
      <dgm:prSet/>
      <dgm:spPr/>
      <dgm:t>
        <a:bodyPr/>
        <a:lstStyle/>
        <a:p>
          <a:endParaRPr lang="nl-NL"/>
        </a:p>
      </dgm:t>
    </dgm:pt>
    <dgm:pt modelId="{4FF587EE-1C41-4D04-AC39-BB32DD366B9D}" type="sibTrans" cxnId="{9B166069-04EE-4C85-99C0-660C7482E798}">
      <dgm:prSet/>
      <dgm:spPr/>
      <dgm:t>
        <a:bodyPr/>
        <a:lstStyle/>
        <a:p>
          <a:endParaRPr lang="nl-NL"/>
        </a:p>
      </dgm:t>
    </dgm:pt>
    <dgm:pt modelId="{11E8A4E6-4DCE-46A8-99E7-7BA3D480E975}">
      <dgm:prSet/>
      <dgm:spPr/>
      <dgm:t>
        <a:bodyPr/>
        <a:lstStyle/>
        <a:p>
          <a:r>
            <a:rPr lang="nl-NL" b="1" dirty="0"/>
            <a:t> Identiek</a:t>
          </a:r>
          <a:r>
            <a:rPr lang="nl-NL" dirty="0"/>
            <a:t> aan 16S</a:t>
          </a:r>
        </a:p>
      </dgm:t>
    </dgm:pt>
    <dgm:pt modelId="{DDBA5D3D-8EEC-4E91-A1F8-DBC692EB34EE}" type="parTrans" cxnId="{D72B1CFF-6736-4857-9358-3E1988D879D2}">
      <dgm:prSet/>
      <dgm:spPr/>
      <dgm:t>
        <a:bodyPr/>
        <a:lstStyle/>
        <a:p>
          <a:endParaRPr lang="nl-NL"/>
        </a:p>
      </dgm:t>
    </dgm:pt>
    <dgm:pt modelId="{D8CAF474-0C42-4E47-9409-1C6539E5A4FD}" type="sibTrans" cxnId="{D72B1CFF-6736-4857-9358-3E1988D879D2}">
      <dgm:prSet/>
      <dgm:spPr/>
      <dgm:t>
        <a:bodyPr/>
        <a:lstStyle/>
        <a:p>
          <a:endParaRPr lang="nl-NL"/>
        </a:p>
      </dgm:t>
    </dgm:pt>
    <dgm:pt modelId="{EB14B1E7-2925-4325-9AD0-5F7CB0E056A6}">
      <dgm:prSet/>
      <dgm:spPr/>
      <dgm:t>
        <a:bodyPr/>
        <a:lstStyle/>
        <a:p>
          <a:r>
            <a:rPr lang="nl-NL" b="1" dirty="0"/>
            <a:t> Verschilt</a:t>
          </a:r>
          <a:r>
            <a:rPr lang="nl-NL" dirty="0"/>
            <a:t> per </a:t>
          </a:r>
          <a:r>
            <a:rPr lang="nl-NL" dirty="0" err="1"/>
            <a:t>flowcell</a:t>
          </a:r>
          <a:r>
            <a:rPr lang="nl-NL" dirty="0"/>
            <a:t> </a:t>
          </a:r>
        </a:p>
      </dgm:t>
    </dgm:pt>
    <dgm:pt modelId="{6945B05B-4607-4919-AAD6-DF9C3AF8337F}" type="parTrans" cxnId="{71A43B71-FEE7-465F-B990-7268763E41A7}">
      <dgm:prSet/>
      <dgm:spPr/>
      <dgm:t>
        <a:bodyPr/>
        <a:lstStyle/>
        <a:p>
          <a:endParaRPr lang="nl-NL"/>
        </a:p>
      </dgm:t>
    </dgm:pt>
    <dgm:pt modelId="{320C4B70-DD62-4F92-8F5B-81866B4A75C6}" type="sibTrans" cxnId="{71A43B71-FEE7-465F-B990-7268763E41A7}">
      <dgm:prSet/>
      <dgm:spPr/>
      <dgm:t>
        <a:bodyPr/>
        <a:lstStyle/>
        <a:p>
          <a:endParaRPr lang="nl-NL"/>
        </a:p>
      </dgm:t>
    </dgm:pt>
    <dgm:pt modelId="{04DAE945-BBEB-4FC5-9E05-FA208588FD6E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nl-NL" dirty="0"/>
            <a:t> </a:t>
          </a:r>
          <a:r>
            <a:rPr lang="nl-NL" dirty="0" err="1"/>
            <a:t>Flongle</a:t>
          </a:r>
          <a:r>
            <a:rPr lang="nl-NL" dirty="0"/>
            <a:t> (klein)</a:t>
          </a:r>
        </a:p>
      </dgm:t>
    </dgm:pt>
    <dgm:pt modelId="{2014C75B-F4D9-423D-A8DA-3CF61A348CC8}" type="parTrans" cxnId="{B95DE6B8-6FBB-4613-9691-43C846EA5947}">
      <dgm:prSet/>
      <dgm:spPr/>
      <dgm:t>
        <a:bodyPr/>
        <a:lstStyle/>
        <a:p>
          <a:endParaRPr lang="nl-NL"/>
        </a:p>
      </dgm:t>
    </dgm:pt>
    <dgm:pt modelId="{0031FB9E-6DDE-4AAC-9912-2291A4B47223}" type="sibTrans" cxnId="{B95DE6B8-6FBB-4613-9691-43C846EA5947}">
      <dgm:prSet/>
      <dgm:spPr/>
      <dgm:t>
        <a:bodyPr/>
        <a:lstStyle/>
        <a:p>
          <a:endParaRPr lang="nl-NL"/>
        </a:p>
      </dgm:t>
    </dgm:pt>
    <dgm:pt modelId="{B88CB741-9EAD-4FAC-B11F-0F468BC40D5D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nl-NL" dirty="0"/>
            <a:t> </a:t>
          </a:r>
          <a:r>
            <a:rPr lang="nl-NL" dirty="0" err="1"/>
            <a:t>MinION</a:t>
          </a:r>
          <a:r>
            <a:rPr lang="nl-NL" dirty="0"/>
            <a:t> (groot)</a:t>
          </a:r>
        </a:p>
      </dgm:t>
    </dgm:pt>
    <dgm:pt modelId="{FC654418-5008-4329-B574-D31A92C6D75C}" type="parTrans" cxnId="{DE138DDE-44A6-455F-AD07-B3A8D7DBA36A}">
      <dgm:prSet/>
      <dgm:spPr/>
      <dgm:t>
        <a:bodyPr/>
        <a:lstStyle/>
        <a:p>
          <a:endParaRPr lang="nl-NL"/>
        </a:p>
      </dgm:t>
    </dgm:pt>
    <dgm:pt modelId="{F4FFDAEA-A6C4-4E36-8E43-888770BF6A47}" type="sibTrans" cxnId="{DE138DDE-44A6-455F-AD07-B3A8D7DBA36A}">
      <dgm:prSet/>
      <dgm:spPr/>
      <dgm:t>
        <a:bodyPr/>
        <a:lstStyle/>
        <a:p>
          <a:endParaRPr lang="nl-NL"/>
        </a:p>
      </dgm:t>
    </dgm:pt>
    <dgm:pt modelId="{BD0517FE-090E-423D-A69D-80EEC0801239}" type="pres">
      <dgm:prSet presAssocID="{341B5759-4973-469F-B829-8E0CA3EB5D30}" presName="linear" presStyleCnt="0">
        <dgm:presLayoutVars>
          <dgm:dir/>
          <dgm:animLvl val="lvl"/>
          <dgm:resizeHandles val="exact"/>
        </dgm:presLayoutVars>
      </dgm:prSet>
      <dgm:spPr/>
    </dgm:pt>
    <dgm:pt modelId="{E335E43E-FF35-41BD-8356-7B63ED53F5EF}" type="pres">
      <dgm:prSet presAssocID="{7332546A-EC9D-4864-8F28-1F53BC18E932}" presName="parentLin" presStyleCnt="0"/>
      <dgm:spPr/>
    </dgm:pt>
    <dgm:pt modelId="{39E574FD-39E6-44D1-B18D-0DEA79006549}" type="pres">
      <dgm:prSet presAssocID="{7332546A-EC9D-4864-8F28-1F53BC18E932}" presName="parentLeftMargin" presStyleLbl="node1" presStyleIdx="0" presStyleCnt="3"/>
      <dgm:spPr/>
    </dgm:pt>
    <dgm:pt modelId="{908411F4-E594-4892-840A-44755A26A045}" type="pres">
      <dgm:prSet presAssocID="{7332546A-EC9D-4864-8F28-1F53BC18E93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FA334FC-7EB1-416F-B980-7254BF81B294}" type="pres">
      <dgm:prSet presAssocID="{7332546A-EC9D-4864-8F28-1F53BC18E932}" presName="negativeSpace" presStyleCnt="0"/>
      <dgm:spPr/>
    </dgm:pt>
    <dgm:pt modelId="{BAFA9861-570B-4462-B1F2-F9082FC629B3}" type="pres">
      <dgm:prSet presAssocID="{7332546A-EC9D-4864-8F28-1F53BC18E932}" presName="childText" presStyleLbl="conFgAcc1" presStyleIdx="0" presStyleCnt="3">
        <dgm:presLayoutVars>
          <dgm:bulletEnabled val="1"/>
        </dgm:presLayoutVars>
      </dgm:prSet>
      <dgm:spPr/>
    </dgm:pt>
    <dgm:pt modelId="{E0B19FBB-E7B2-4C68-B2D8-644B5B159133}" type="pres">
      <dgm:prSet presAssocID="{6C3B664F-8499-4412-9CF1-AF2F843F0327}" presName="spaceBetweenRectangles" presStyleCnt="0"/>
      <dgm:spPr/>
    </dgm:pt>
    <dgm:pt modelId="{DCCFAE3E-745B-4384-BFFE-FF9D44F90B7A}" type="pres">
      <dgm:prSet presAssocID="{269FC15C-841C-4699-9BF8-9BA286C24DEA}" presName="parentLin" presStyleCnt="0"/>
      <dgm:spPr/>
    </dgm:pt>
    <dgm:pt modelId="{1D5DD17C-523D-4703-8208-D5E6AC409172}" type="pres">
      <dgm:prSet presAssocID="{269FC15C-841C-4699-9BF8-9BA286C24DEA}" presName="parentLeftMargin" presStyleLbl="node1" presStyleIdx="0" presStyleCnt="3"/>
      <dgm:spPr/>
    </dgm:pt>
    <dgm:pt modelId="{F3EC0977-1AA5-47D8-9320-00247700030E}" type="pres">
      <dgm:prSet presAssocID="{269FC15C-841C-4699-9BF8-9BA286C24DE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542B938-502A-4C0B-B73B-7E44DD0910F1}" type="pres">
      <dgm:prSet presAssocID="{269FC15C-841C-4699-9BF8-9BA286C24DEA}" presName="negativeSpace" presStyleCnt="0"/>
      <dgm:spPr/>
    </dgm:pt>
    <dgm:pt modelId="{06D0A401-9274-4CE0-BC28-5084D4EAE144}" type="pres">
      <dgm:prSet presAssocID="{269FC15C-841C-4699-9BF8-9BA286C24DEA}" presName="childText" presStyleLbl="conFgAcc1" presStyleIdx="1" presStyleCnt="3">
        <dgm:presLayoutVars>
          <dgm:bulletEnabled val="1"/>
        </dgm:presLayoutVars>
      </dgm:prSet>
      <dgm:spPr/>
    </dgm:pt>
    <dgm:pt modelId="{A3D486C6-BFF6-4A62-A4D0-F9AC6606E503}" type="pres">
      <dgm:prSet presAssocID="{E4BA7DD8-C6CB-41D2-84CE-888711B6B281}" presName="spaceBetweenRectangles" presStyleCnt="0"/>
      <dgm:spPr/>
    </dgm:pt>
    <dgm:pt modelId="{98132FB2-8FBB-4AD2-9C70-DAB46812465F}" type="pres">
      <dgm:prSet presAssocID="{6BB2ED2F-766A-4BF9-A5B6-BBDB39E8E020}" presName="parentLin" presStyleCnt="0"/>
      <dgm:spPr/>
    </dgm:pt>
    <dgm:pt modelId="{73792A03-76DB-43A2-B16E-48CD309309BC}" type="pres">
      <dgm:prSet presAssocID="{6BB2ED2F-766A-4BF9-A5B6-BBDB39E8E020}" presName="parentLeftMargin" presStyleLbl="node1" presStyleIdx="1" presStyleCnt="3"/>
      <dgm:spPr/>
    </dgm:pt>
    <dgm:pt modelId="{1E50F22C-5DCF-40B4-A264-14AE37018D9B}" type="pres">
      <dgm:prSet presAssocID="{6BB2ED2F-766A-4BF9-A5B6-BBDB39E8E020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61FD393E-E85A-46E0-BD11-AE803AF6C5FD}" type="pres">
      <dgm:prSet presAssocID="{6BB2ED2F-766A-4BF9-A5B6-BBDB39E8E020}" presName="negativeSpace" presStyleCnt="0"/>
      <dgm:spPr/>
    </dgm:pt>
    <dgm:pt modelId="{EE5BDD77-ED0F-4D8B-AFCA-61F120B2A8BE}" type="pres">
      <dgm:prSet presAssocID="{6BB2ED2F-766A-4BF9-A5B6-BBDB39E8E020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9D035A0B-C863-432F-BB50-A96EF5ECC985}" srcId="{3FF04439-E036-4894-87EE-D584509620E4}" destId="{6BC3A249-DECA-45A2-B9F5-55BB303C9CC4}" srcOrd="0" destOrd="0" parTransId="{C2D7D7F4-3F7B-4359-88BA-6B3A74C81DE1}" sibTransId="{41C74689-2F5F-4FD0-B77A-C16E0FFCAEC9}"/>
    <dgm:cxn modelId="{FF285A12-9038-4DFC-833F-D5EE4918BD7F}" type="presOf" srcId="{269FC15C-841C-4699-9BF8-9BA286C24DEA}" destId="{F3EC0977-1AA5-47D8-9320-00247700030E}" srcOrd="1" destOrd="0" presId="urn:microsoft.com/office/officeart/2005/8/layout/list1"/>
    <dgm:cxn modelId="{0D443D14-0166-438C-BC73-E74CAA0F1171}" srcId="{7B19DF47-474D-4D21-B1CA-40EFAA5C6FF3}" destId="{45E40A99-BB92-4D2C-9C30-81F12ACECFFB}" srcOrd="0" destOrd="0" parTransId="{567B3F3F-CFBF-4803-8AF4-5B7A5E24BA74}" sibTransId="{02D725D0-95E8-407D-B7A1-086E2AF1792C}"/>
    <dgm:cxn modelId="{B05DA31E-1A0B-4347-921B-55FC57E54E1A}" type="presOf" srcId="{6A9B44E8-0135-4BDA-BEFB-E5B2C8BD0898}" destId="{06D0A401-9274-4CE0-BC28-5084D4EAE144}" srcOrd="0" destOrd="8" presId="urn:microsoft.com/office/officeart/2005/8/layout/list1"/>
    <dgm:cxn modelId="{D58D7628-2999-4F60-9435-76BBD95B287D}" type="presOf" srcId="{3FF04439-E036-4894-87EE-D584509620E4}" destId="{06D0A401-9274-4CE0-BC28-5084D4EAE144}" srcOrd="0" destOrd="6" presId="urn:microsoft.com/office/officeart/2005/8/layout/list1"/>
    <dgm:cxn modelId="{4FA09036-C52B-4F5E-A41C-9C8F3B6EDBE5}" type="presOf" srcId="{117DE054-CC7D-48B5-BA19-2D2FFE28435C}" destId="{06D0A401-9274-4CE0-BC28-5084D4EAE144}" srcOrd="0" destOrd="2" presId="urn:microsoft.com/office/officeart/2005/8/layout/list1"/>
    <dgm:cxn modelId="{F8185C39-A172-47A0-A793-C4388F795EED}" srcId="{CA2911CB-D898-4F19-9C32-D6D0569FD792}" destId="{33BDE8FF-928E-4D3E-B452-AE629358AC22}" srcOrd="2" destOrd="0" parTransId="{CEC0D1F9-4C4B-4BE9-B472-2B8B3227F3AC}" sibTransId="{D99E56F0-D311-40F1-8BFA-8E76A52E2C61}"/>
    <dgm:cxn modelId="{C5DA373E-D504-41F0-8D5B-9CC482010341}" srcId="{7332546A-EC9D-4864-8F28-1F53BC18E932}" destId="{3CB834DC-5217-45A8-80B2-D2937A9572D7}" srcOrd="1" destOrd="0" parTransId="{43E0B968-348B-4965-AA6F-BD77206A930D}" sibTransId="{12958C69-4440-455A-A131-F5FC0DC5025D}"/>
    <dgm:cxn modelId="{4CF76741-7D51-4BCC-8F21-587C296AFBAB}" srcId="{269FC15C-841C-4699-9BF8-9BA286C24DEA}" destId="{E4467B7E-FC1A-4126-96F5-6344637EA8A8}" srcOrd="1" destOrd="0" parTransId="{1C15F32F-A4FA-430D-ADF8-020D0DA86927}" sibTransId="{E53DB057-D1F1-4E8C-8148-98282054D9A9}"/>
    <dgm:cxn modelId="{14C62546-3BD6-49D1-8A02-7E99620F38BD}" type="presOf" srcId="{269FC15C-841C-4699-9BF8-9BA286C24DEA}" destId="{1D5DD17C-523D-4703-8208-D5E6AC409172}" srcOrd="0" destOrd="0" presId="urn:microsoft.com/office/officeart/2005/8/layout/list1"/>
    <dgm:cxn modelId="{43EBCD46-BC50-4916-BC3C-67104D6DFD26}" type="presOf" srcId="{341B5759-4973-469F-B829-8E0CA3EB5D30}" destId="{BD0517FE-090E-423D-A69D-80EEC0801239}" srcOrd="0" destOrd="0" presId="urn:microsoft.com/office/officeart/2005/8/layout/list1"/>
    <dgm:cxn modelId="{9B166069-04EE-4C85-99C0-660C7482E798}" srcId="{341B5759-4973-469F-B829-8E0CA3EB5D30}" destId="{6BB2ED2F-766A-4BF9-A5B6-BBDB39E8E020}" srcOrd="2" destOrd="0" parTransId="{599E6156-D948-44CC-AAFA-19EA9D535461}" sibTransId="{4FF587EE-1C41-4D04-AC39-BB32DD366B9D}"/>
    <dgm:cxn modelId="{91EC5A4A-549F-419A-90FC-EA4A8DF22845}" srcId="{7332546A-EC9D-4864-8F28-1F53BC18E932}" destId="{C7E6DA8A-268B-4B13-A04C-69441DBD6BD6}" srcOrd="0" destOrd="0" parTransId="{9F126B39-139E-4176-A491-4B8930C3FA15}" sibTransId="{CDE8E39D-C954-4B7E-A2CE-D6DA377876A8}"/>
    <dgm:cxn modelId="{2980D16B-E9D5-4CB1-90E4-9A469532FD54}" type="presOf" srcId="{C7E6DA8A-268B-4B13-A04C-69441DBD6BD6}" destId="{BAFA9861-570B-4462-B1F2-F9082FC629B3}" srcOrd="0" destOrd="0" presId="urn:microsoft.com/office/officeart/2005/8/layout/list1"/>
    <dgm:cxn modelId="{45EA3E6D-A22F-442A-B393-FA994EF04D0A}" type="presOf" srcId="{7B19DF47-474D-4D21-B1CA-40EFAA5C6FF3}" destId="{06D0A401-9274-4CE0-BC28-5084D4EAE144}" srcOrd="0" destOrd="10" presId="urn:microsoft.com/office/officeart/2005/8/layout/list1"/>
    <dgm:cxn modelId="{71A43B71-FEE7-465F-B990-7268763E41A7}" srcId="{6BB2ED2F-766A-4BF9-A5B6-BBDB39E8E020}" destId="{EB14B1E7-2925-4325-9AD0-5F7CB0E056A6}" srcOrd="1" destOrd="0" parTransId="{6945B05B-4607-4919-AAD6-DF9C3AF8337F}" sibTransId="{320C4B70-DD62-4F92-8F5B-81866B4A75C6}"/>
    <dgm:cxn modelId="{C8DBEE77-E06F-4893-A4C8-84B57A1A08D8}" type="presOf" srcId="{E4467B7E-FC1A-4126-96F5-6344637EA8A8}" destId="{06D0A401-9274-4CE0-BC28-5084D4EAE144}" srcOrd="0" destOrd="5" presId="urn:microsoft.com/office/officeart/2005/8/layout/list1"/>
    <dgm:cxn modelId="{D399D778-9F55-4732-AF8A-25AA54E4DE07}" srcId="{E4467B7E-FC1A-4126-96F5-6344637EA8A8}" destId="{3FF04439-E036-4894-87EE-D584509620E4}" srcOrd="0" destOrd="0" parTransId="{DC3B0B2A-63E7-44E8-96EA-D9BFE8F9E3A7}" sibTransId="{CC44BBA0-13BE-4E4E-BD68-273DF4304DE0}"/>
    <dgm:cxn modelId="{5C418079-7042-4E9D-8399-56E5F47F9749}" srcId="{CA2911CB-D898-4F19-9C32-D6D0569FD792}" destId="{117DE054-CC7D-48B5-BA19-2D2FFE28435C}" srcOrd="1" destOrd="0" parTransId="{2027C1F8-C3A5-463E-B779-78AA5CD314FF}" sibTransId="{79280BD0-5E73-488D-859C-E9213B3B9459}"/>
    <dgm:cxn modelId="{0B6F8479-12C9-41E8-8CB6-0D3E42939B0D}" type="presOf" srcId="{6BB2ED2F-766A-4BF9-A5B6-BBDB39E8E020}" destId="{73792A03-76DB-43A2-B16E-48CD309309BC}" srcOrd="0" destOrd="0" presId="urn:microsoft.com/office/officeart/2005/8/layout/list1"/>
    <dgm:cxn modelId="{DA61DA83-FF22-4377-8662-73BC2FBD009A}" type="presOf" srcId="{CA2911CB-D898-4F19-9C32-D6D0569FD792}" destId="{06D0A401-9274-4CE0-BC28-5084D4EAE144}" srcOrd="0" destOrd="0" presId="urn:microsoft.com/office/officeart/2005/8/layout/list1"/>
    <dgm:cxn modelId="{3FCC3786-353F-4B77-ADCE-F0B7544BCFC3}" srcId="{6A9B44E8-0135-4BDA-BEFB-E5B2C8BD0898}" destId="{D4131032-47B1-441E-AFA0-53CA800CB5B9}" srcOrd="0" destOrd="0" parTransId="{0DF8DAAA-991C-49D7-BE65-B24ADA1E2D0F}" sibTransId="{3B0FF4F5-3456-4D0D-9DDE-AD7E7BB1EA6E}"/>
    <dgm:cxn modelId="{FF7BDE88-5370-49DF-B6A8-2EFDFFA0F8C5}" srcId="{CA2911CB-D898-4F19-9C32-D6D0569FD792}" destId="{E9FDC27B-27E8-43C2-844A-A9A0C80DDD44}" srcOrd="0" destOrd="0" parTransId="{53543FCD-6FBA-41AC-8EE4-0AB46F2B10DA}" sibTransId="{D38054D8-A384-4FF4-9818-D67A6332D315}"/>
    <dgm:cxn modelId="{832B3591-8A90-4195-BA56-B58799A5BAD9}" srcId="{341B5759-4973-469F-B829-8E0CA3EB5D30}" destId="{269FC15C-841C-4699-9BF8-9BA286C24DEA}" srcOrd="1" destOrd="0" parTransId="{0E2F5BDC-0E39-4851-957C-4958425C504D}" sibTransId="{E4BA7DD8-C6CB-41D2-84CE-888711B6B281}"/>
    <dgm:cxn modelId="{A4456D9B-2309-424D-9FB8-C4AF3B90F8DD}" type="presOf" srcId="{7332546A-EC9D-4864-8F28-1F53BC18E932}" destId="{39E574FD-39E6-44D1-B18D-0DEA79006549}" srcOrd="0" destOrd="0" presId="urn:microsoft.com/office/officeart/2005/8/layout/list1"/>
    <dgm:cxn modelId="{2195179E-AA9B-4CAF-8018-F5128C899CD0}" type="presOf" srcId="{7332546A-EC9D-4864-8F28-1F53BC18E932}" destId="{908411F4-E594-4892-840A-44755A26A045}" srcOrd="1" destOrd="0" presId="urn:microsoft.com/office/officeart/2005/8/layout/list1"/>
    <dgm:cxn modelId="{7DA4A79F-B88E-4CA3-9DA4-516CF966A53E}" srcId="{E4467B7E-FC1A-4126-96F5-6344637EA8A8}" destId="{6A9B44E8-0135-4BDA-BEFB-E5B2C8BD0898}" srcOrd="1" destOrd="0" parTransId="{5168937E-9901-484E-B313-F60C384AE4C8}" sibTransId="{AD827AB6-382A-4E9F-B6E2-6348D27EFA64}"/>
    <dgm:cxn modelId="{C69991A4-7C8F-48C7-B745-3B29A6502C73}" type="presOf" srcId="{EB14B1E7-2925-4325-9AD0-5F7CB0E056A6}" destId="{EE5BDD77-ED0F-4D8B-AFCA-61F120B2A8BE}" srcOrd="0" destOrd="1" presId="urn:microsoft.com/office/officeart/2005/8/layout/list1"/>
    <dgm:cxn modelId="{1086D3A6-EE1A-440E-8828-67D5374EB40C}" type="presOf" srcId="{33BDE8FF-928E-4D3E-B452-AE629358AC22}" destId="{06D0A401-9274-4CE0-BC28-5084D4EAE144}" srcOrd="0" destOrd="3" presId="urn:microsoft.com/office/officeart/2005/8/layout/list1"/>
    <dgm:cxn modelId="{C6AC48A7-7EE4-49BB-8E11-BB44E4A690A0}" srcId="{269FC15C-841C-4699-9BF8-9BA286C24DEA}" destId="{CA2911CB-D898-4F19-9C32-D6D0569FD792}" srcOrd="0" destOrd="0" parTransId="{B188DA2C-E91E-446B-A9D5-D180EC46ABB8}" sibTransId="{4CC7B146-CBFE-436F-A02A-6ACDC868D897}"/>
    <dgm:cxn modelId="{71FDCCAD-D789-4CC0-B366-5122A2A44797}" type="presOf" srcId="{16E0C034-A00D-4688-98D3-63B922DE106B}" destId="{06D0A401-9274-4CE0-BC28-5084D4EAE144}" srcOrd="0" destOrd="4" presId="urn:microsoft.com/office/officeart/2005/8/layout/list1"/>
    <dgm:cxn modelId="{70C268B1-35DC-41E1-85A6-6FB182E8E178}" type="presOf" srcId="{6BC3A249-DECA-45A2-B9F5-55BB303C9CC4}" destId="{06D0A401-9274-4CE0-BC28-5084D4EAE144}" srcOrd="0" destOrd="7" presId="urn:microsoft.com/office/officeart/2005/8/layout/list1"/>
    <dgm:cxn modelId="{4E1ABAB8-BDC0-4F88-AD8C-9CA0B73AFCC7}" type="presOf" srcId="{3CB834DC-5217-45A8-80B2-D2937A9572D7}" destId="{BAFA9861-570B-4462-B1F2-F9082FC629B3}" srcOrd="0" destOrd="1" presId="urn:microsoft.com/office/officeart/2005/8/layout/list1"/>
    <dgm:cxn modelId="{B95DE6B8-6FBB-4613-9691-43C846EA5947}" srcId="{EB14B1E7-2925-4325-9AD0-5F7CB0E056A6}" destId="{04DAE945-BBEB-4FC5-9E05-FA208588FD6E}" srcOrd="0" destOrd="0" parTransId="{2014C75B-F4D9-423D-A8DA-3CF61A348CC8}" sibTransId="{0031FB9E-6DDE-4AAC-9912-2291A4B47223}"/>
    <dgm:cxn modelId="{94892DBC-BE4A-40A1-B89D-5D174210F7DD}" type="presOf" srcId="{D4131032-47B1-441E-AFA0-53CA800CB5B9}" destId="{06D0A401-9274-4CE0-BC28-5084D4EAE144}" srcOrd="0" destOrd="9" presId="urn:microsoft.com/office/officeart/2005/8/layout/list1"/>
    <dgm:cxn modelId="{43CA5DBD-5EFB-408C-A925-E59A90C929E7}" type="presOf" srcId="{6BB2ED2F-766A-4BF9-A5B6-BBDB39E8E020}" destId="{1E50F22C-5DCF-40B4-A264-14AE37018D9B}" srcOrd="1" destOrd="0" presId="urn:microsoft.com/office/officeart/2005/8/layout/list1"/>
    <dgm:cxn modelId="{958C2FC5-9D3B-4604-B3BD-E14C3E7A76B5}" type="presOf" srcId="{45E40A99-BB92-4D2C-9C30-81F12ACECFFB}" destId="{06D0A401-9274-4CE0-BC28-5084D4EAE144}" srcOrd="0" destOrd="11" presId="urn:microsoft.com/office/officeart/2005/8/layout/list1"/>
    <dgm:cxn modelId="{922BFBC6-1AA3-43FD-9488-85F200DB1D4D}" type="presOf" srcId="{E9FDC27B-27E8-43C2-844A-A9A0C80DDD44}" destId="{06D0A401-9274-4CE0-BC28-5084D4EAE144}" srcOrd="0" destOrd="1" presId="urn:microsoft.com/office/officeart/2005/8/layout/list1"/>
    <dgm:cxn modelId="{9207D7CD-07F5-46E8-9738-254B8060B6CE}" srcId="{E4467B7E-FC1A-4126-96F5-6344637EA8A8}" destId="{7B19DF47-474D-4D21-B1CA-40EFAA5C6FF3}" srcOrd="2" destOrd="0" parTransId="{DAB8B349-2111-4BC0-A0C9-017074BD5783}" sibTransId="{ED911AF2-A351-4F5E-A052-A33773199663}"/>
    <dgm:cxn modelId="{52B5E4D1-3DEC-43C0-9092-58A5B998FA51}" srcId="{341B5759-4973-469F-B829-8E0CA3EB5D30}" destId="{7332546A-EC9D-4864-8F28-1F53BC18E932}" srcOrd="0" destOrd="0" parTransId="{04BDAB82-73F6-4A08-B623-2597DDB63748}" sibTransId="{6C3B664F-8499-4412-9CF1-AF2F843F0327}"/>
    <dgm:cxn modelId="{DE138DDE-44A6-455F-AD07-B3A8D7DBA36A}" srcId="{EB14B1E7-2925-4325-9AD0-5F7CB0E056A6}" destId="{B88CB741-9EAD-4FAC-B11F-0F468BC40D5D}" srcOrd="1" destOrd="0" parTransId="{FC654418-5008-4329-B574-D31A92C6D75C}" sibTransId="{F4FFDAEA-A6C4-4E36-8E43-888770BF6A47}"/>
    <dgm:cxn modelId="{39CA9FEA-A007-4171-83B5-E4E11E986192}" type="presOf" srcId="{B88CB741-9EAD-4FAC-B11F-0F468BC40D5D}" destId="{EE5BDD77-ED0F-4D8B-AFCA-61F120B2A8BE}" srcOrd="0" destOrd="3" presId="urn:microsoft.com/office/officeart/2005/8/layout/list1"/>
    <dgm:cxn modelId="{9E8413F6-5B59-41F5-92D5-CC8323D51575}" type="presOf" srcId="{11E8A4E6-4DCE-46A8-99E7-7BA3D480E975}" destId="{EE5BDD77-ED0F-4D8B-AFCA-61F120B2A8BE}" srcOrd="0" destOrd="0" presId="urn:microsoft.com/office/officeart/2005/8/layout/list1"/>
    <dgm:cxn modelId="{FA4C41F7-E35C-4132-982E-442D8FAD3569}" srcId="{CA2911CB-D898-4F19-9C32-D6D0569FD792}" destId="{16E0C034-A00D-4688-98D3-63B922DE106B}" srcOrd="3" destOrd="0" parTransId="{F7011FE2-B0BB-430C-91E9-EF0FABFC0B76}" sibTransId="{F84EE754-6D43-48B2-A60F-6141E4D26CFF}"/>
    <dgm:cxn modelId="{709BDDF7-C4E7-4016-B73E-83249DE2E8AF}" type="presOf" srcId="{04DAE945-BBEB-4FC5-9E05-FA208588FD6E}" destId="{EE5BDD77-ED0F-4D8B-AFCA-61F120B2A8BE}" srcOrd="0" destOrd="2" presId="urn:microsoft.com/office/officeart/2005/8/layout/list1"/>
    <dgm:cxn modelId="{D72B1CFF-6736-4857-9358-3E1988D879D2}" srcId="{6BB2ED2F-766A-4BF9-A5B6-BBDB39E8E020}" destId="{11E8A4E6-4DCE-46A8-99E7-7BA3D480E975}" srcOrd="0" destOrd="0" parTransId="{DDBA5D3D-8EEC-4E91-A1F8-DBC692EB34EE}" sibTransId="{D8CAF474-0C42-4E47-9409-1C6539E5A4FD}"/>
    <dgm:cxn modelId="{9B3B49C7-B285-43E5-9448-854D948CFFC7}" type="presParOf" srcId="{BD0517FE-090E-423D-A69D-80EEC0801239}" destId="{E335E43E-FF35-41BD-8356-7B63ED53F5EF}" srcOrd="0" destOrd="0" presId="urn:microsoft.com/office/officeart/2005/8/layout/list1"/>
    <dgm:cxn modelId="{4186BA1D-CAA4-446C-915D-7AD1F256FCAB}" type="presParOf" srcId="{E335E43E-FF35-41BD-8356-7B63ED53F5EF}" destId="{39E574FD-39E6-44D1-B18D-0DEA79006549}" srcOrd="0" destOrd="0" presId="urn:microsoft.com/office/officeart/2005/8/layout/list1"/>
    <dgm:cxn modelId="{E1961D08-1493-432F-8119-4DD7A44DA1A9}" type="presParOf" srcId="{E335E43E-FF35-41BD-8356-7B63ED53F5EF}" destId="{908411F4-E594-4892-840A-44755A26A045}" srcOrd="1" destOrd="0" presId="urn:microsoft.com/office/officeart/2005/8/layout/list1"/>
    <dgm:cxn modelId="{31E98287-1A2B-40E0-8A3D-B4246FB804E9}" type="presParOf" srcId="{BD0517FE-090E-423D-A69D-80EEC0801239}" destId="{BFA334FC-7EB1-416F-B980-7254BF81B294}" srcOrd="1" destOrd="0" presId="urn:microsoft.com/office/officeart/2005/8/layout/list1"/>
    <dgm:cxn modelId="{CC04E17B-74A3-4733-9B41-E9C61A8E6C37}" type="presParOf" srcId="{BD0517FE-090E-423D-A69D-80EEC0801239}" destId="{BAFA9861-570B-4462-B1F2-F9082FC629B3}" srcOrd="2" destOrd="0" presId="urn:microsoft.com/office/officeart/2005/8/layout/list1"/>
    <dgm:cxn modelId="{FBA32F00-67F5-490C-B1F6-70899DB9C4B4}" type="presParOf" srcId="{BD0517FE-090E-423D-A69D-80EEC0801239}" destId="{E0B19FBB-E7B2-4C68-B2D8-644B5B159133}" srcOrd="3" destOrd="0" presId="urn:microsoft.com/office/officeart/2005/8/layout/list1"/>
    <dgm:cxn modelId="{DCDCD8F4-3E2D-4CD8-9524-321886FF625F}" type="presParOf" srcId="{BD0517FE-090E-423D-A69D-80EEC0801239}" destId="{DCCFAE3E-745B-4384-BFFE-FF9D44F90B7A}" srcOrd="4" destOrd="0" presId="urn:microsoft.com/office/officeart/2005/8/layout/list1"/>
    <dgm:cxn modelId="{53A4CD9E-069E-4734-8AF3-9ED9BC8DF151}" type="presParOf" srcId="{DCCFAE3E-745B-4384-BFFE-FF9D44F90B7A}" destId="{1D5DD17C-523D-4703-8208-D5E6AC409172}" srcOrd="0" destOrd="0" presId="urn:microsoft.com/office/officeart/2005/8/layout/list1"/>
    <dgm:cxn modelId="{4EC01FF7-6924-4FE4-B1CC-817E522034B0}" type="presParOf" srcId="{DCCFAE3E-745B-4384-BFFE-FF9D44F90B7A}" destId="{F3EC0977-1AA5-47D8-9320-00247700030E}" srcOrd="1" destOrd="0" presId="urn:microsoft.com/office/officeart/2005/8/layout/list1"/>
    <dgm:cxn modelId="{AC149AD6-A725-47E9-BB76-98161C966402}" type="presParOf" srcId="{BD0517FE-090E-423D-A69D-80EEC0801239}" destId="{C542B938-502A-4C0B-B73B-7E44DD0910F1}" srcOrd="5" destOrd="0" presId="urn:microsoft.com/office/officeart/2005/8/layout/list1"/>
    <dgm:cxn modelId="{EADB0E94-50C3-43C3-B544-F2F6D4CD8AAD}" type="presParOf" srcId="{BD0517FE-090E-423D-A69D-80EEC0801239}" destId="{06D0A401-9274-4CE0-BC28-5084D4EAE144}" srcOrd="6" destOrd="0" presId="urn:microsoft.com/office/officeart/2005/8/layout/list1"/>
    <dgm:cxn modelId="{462C2943-ABEA-4F62-9C9D-63EB171CC3D6}" type="presParOf" srcId="{BD0517FE-090E-423D-A69D-80EEC0801239}" destId="{A3D486C6-BFF6-4A62-A4D0-F9AC6606E503}" srcOrd="7" destOrd="0" presId="urn:microsoft.com/office/officeart/2005/8/layout/list1"/>
    <dgm:cxn modelId="{93A879EC-12F5-4399-823D-499590400BA7}" type="presParOf" srcId="{BD0517FE-090E-423D-A69D-80EEC0801239}" destId="{98132FB2-8FBB-4AD2-9C70-DAB46812465F}" srcOrd="8" destOrd="0" presId="urn:microsoft.com/office/officeart/2005/8/layout/list1"/>
    <dgm:cxn modelId="{5D73503E-659E-4736-ADE4-BA72D676C2B8}" type="presParOf" srcId="{98132FB2-8FBB-4AD2-9C70-DAB46812465F}" destId="{73792A03-76DB-43A2-B16E-48CD309309BC}" srcOrd="0" destOrd="0" presId="urn:microsoft.com/office/officeart/2005/8/layout/list1"/>
    <dgm:cxn modelId="{3FF8D5C7-0FA0-42F7-B3F7-D56508E723F8}" type="presParOf" srcId="{98132FB2-8FBB-4AD2-9C70-DAB46812465F}" destId="{1E50F22C-5DCF-40B4-A264-14AE37018D9B}" srcOrd="1" destOrd="0" presId="urn:microsoft.com/office/officeart/2005/8/layout/list1"/>
    <dgm:cxn modelId="{22A30B38-3B3E-4391-BA02-DD9A41B5B55F}" type="presParOf" srcId="{BD0517FE-090E-423D-A69D-80EEC0801239}" destId="{61FD393E-E85A-46E0-BD11-AE803AF6C5FD}" srcOrd="9" destOrd="0" presId="urn:microsoft.com/office/officeart/2005/8/layout/list1"/>
    <dgm:cxn modelId="{ED0D0616-563D-44A5-A3C4-7BA14E8A94DA}" type="presParOf" srcId="{BD0517FE-090E-423D-A69D-80EEC0801239}" destId="{EE5BDD77-ED0F-4D8B-AFCA-61F120B2A8BE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60F029-5F1C-4E66-AAF3-CE327632B836}">
      <dsp:nvSpPr>
        <dsp:cNvPr id="0" name=""/>
        <dsp:cNvSpPr/>
      </dsp:nvSpPr>
      <dsp:spPr>
        <a:xfrm>
          <a:off x="947384" y="620886"/>
          <a:ext cx="3789064" cy="3312119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8255" rIns="16510" bIns="8255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300" kern="1200" dirty="0"/>
            <a:t>Controle op </a:t>
          </a:r>
          <a:r>
            <a:rPr lang="nl-NL" sz="1300" b="1" kern="1200" dirty="0"/>
            <a:t>valide</a:t>
          </a:r>
          <a:r>
            <a:rPr lang="nl-NL" sz="1300" kern="1200" dirty="0"/>
            <a:t> en </a:t>
          </a:r>
          <a:r>
            <a:rPr lang="nl-NL" sz="1300" b="1" kern="1200" dirty="0"/>
            <a:t>betrouwbare</a:t>
          </a:r>
          <a:r>
            <a:rPr lang="nl-NL" sz="1300" kern="1200" dirty="0"/>
            <a:t> workflow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NL" sz="1300" kern="1200" dirty="0"/>
            <a:t>Referentiestandaarden:</a:t>
          </a:r>
          <a:endParaRPr lang="en-US" sz="1300" kern="1200" dirty="0"/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nl-NL" sz="1300" kern="1200" dirty="0"/>
            <a:t> ATCC MSA-2004 </a:t>
          </a:r>
          <a:endParaRPr lang="en-US" sz="1300" kern="1200" dirty="0"/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nl-NL" sz="1300" kern="1200" dirty="0"/>
            <a:t> </a:t>
          </a:r>
          <a:r>
            <a:rPr lang="nl-NL" sz="1300" kern="1200" dirty="0" err="1"/>
            <a:t>ZymoBIOMICS</a:t>
          </a:r>
          <a:r>
            <a:rPr lang="nl-NL" sz="1300" kern="1200" dirty="0"/>
            <a:t>-oral standards</a:t>
          </a:r>
          <a:endParaRPr lang="en-US" sz="1300" kern="1200" dirty="0"/>
        </a:p>
      </dsp:txBody>
      <dsp:txXfrm>
        <a:off x="1894651" y="1117704"/>
        <a:ext cx="1847169" cy="2318483"/>
      </dsp:txXfrm>
    </dsp:sp>
    <dsp:sp modelId="{FA7420CD-11BF-44BC-8DB8-8F900B285C29}">
      <dsp:nvSpPr>
        <dsp:cNvPr id="0" name=""/>
        <dsp:cNvSpPr/>
      </dsp:nvSpPr>
      <dsp:spPr>
        <a:xfrm>
          <a:off x="118" y="1329680"/>
          <a:ext cx="1894532" cy="189453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100" kern="1200"/>
            <a:t>Validatie</a:t>
          </a:r>
          <a:endParaRPr lang="en-US" sz="2100" kern="1200"/>
        </a:p>
      </dsp:txBody>
      <dsp:txXfrm>
        <a:off x="277566" y="1607128"/>
        <a:ext cx="1339636" cy="1339636"/>
      </dsp:txXfrm>
    </dsp:sp>
    <dsp:sp modelId="{8B0527D5-7901-47D4-B54A-52EDC0D372A5}">
      <dsp:nvSpPr>
        <dsp:cNvPr id="0" name=""/>
        <dsp:cNvSpPr/>
      </dsp:nvSpPr>
      <dsp:spPr>
        <a:xfrm>
          <a:off x="5920532" y="620886"/>
          <a:ext cx="3789064" cy="3312119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8255" rIns="16510" bIns="8255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300" kern="1200" dirty="0"/>
            <a:t>VEREIST </a:t>
          </a:r>
          <a:r>
            <a:rPr lang="nl-NL" sz="1300" b="1" kern="1200" dirty="0"/>
            <a:t>valide</a:t>
          </a:r>
          <a:r>
            <a:rPr lang="nl-NL" sz="1300" kern="1200" dirty="0"/>
            <a:t> en </a:t>
          </a:r>
          <a:r>
            <a:rPr lang="nl-NL" sz="1300" b="1" kern="1200" dirty="0"/>
            <a:t>betrouwbare</a:t>
          </a:r>
          <a:r>
            <a:rPr lang="nl-NL" sz="1300" kern="1200" dirty="0"/>
            <a:t> workflow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NL" sz="1300" kern="1200" dirty="0"/>
            <a:t> Monsters:</a:t>
          </a:r>
          <a:endParaRPr lang="en-US" sz="1300" kern="1200" dirty="0"/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nl-NL" sz="1300" kern="1200" dirty="0"/>
            <a:t> 8 patiëntsamples</a:t>
          </a:r>
          <a:endParaRPr lang="en-US" sz="1300" kern="1200" dirty="0"/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nl-NL" sz="1300" kern="1200" dirty="0"/>
            <a:t> 4 (eigen,) gezonde    mondsamples</a:t>
          </a:r>
          <a:endParaRPr lang="en-US" sz="1300" kern="1200" dirty="0"/>
        </a:p>
      </dsp:txBody>
      <dsp:txXfrm>
        <a:off x="6867798" y="1117704"/>
        <a:ext cx="1847169" cy="2318483"/>
      </dsp:txXfrm>
    </dsp:sp>
    <dsp:sp modelId="{9785E28B-CEC2-48BC-B8C1-F327ED18559B}">
      <dsp:nvSpPr>
        <dsp:cNvPr id="0" name=""/>
        <dsp:cNvSpPr/>
      </dsp:nvSpPr>
      <dsp:spPr>
        <a:xfrm>
          <a:off x="4973266" y="1329680"/>
          <a:ext cx="1894532" cy="189453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100" kern="1200"/>
            <a:t>Experiment</a:t>
          </a:r>
          <a:endParaRPr lang="en-US" sz="2100" kern="1200"/>
        </a:p>
      </dsp:txBody>
      <dsp:txXfrm>
        <a:off x="5250714" y="1607128"/>
        <a:ext cx="1339636" cy="13396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4FC66E-94A1-44BD-B4B9-8FC80D95E781}">
      <dsp:nvSpPr>
        <dsp:cNvPr id="0" name=""/>
        <dsp:cNvSpPr/>
      </dsp:nvSpPr>
      <dsp:spPr>
        <a:xfrm>
          <a:off x="5578475" y="1521915"/>
          <a:ext cx="3679021" cy="6385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9253"/>
              </a:lnTo>
              <a:lnTo>
                <a:pt x="3679021" y="319253"/>
              </a:lnTo>
              <a:lnTo>
                <a:pt x="3679021" y="638507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22B815-CBBC-4B1C-83DE-B8DBA4A3FFA6}">
      <dsp:nvSpPr>
        <dsp:cNvPr id="0" name=""/>
        <dsp:cNvSpPr/>
      </dsp:nvSpPr>
      <dsp:spPr>
        <a:xfrm>
          <a:off x="5244611" y="1521915"/>
          <a:ext cx="333863" cy="638507"/>
        </a:xfrm>
        <a:custGeom>
          <a:avLst/>
          <a:gdLst/>
          <a:ahLst/>
          <a:cxnLst/>
          <a:rect l="0" t="0" r="0" b="0"/>
          <a:pathLst>
            <a:path>
              <a:moveTo>
                <a:pt x="333863" y="0"/>
              </a:moveTo>
              <a:lnTo>
                <a:pt x="333863" y="319253"/>
              </a:lnTo>
              <a:lnTo>
                <a:pt x="0" y="319253"/>
              </a:lnTo>
              <a:lnTo>
                <a:pt x="0" y="638507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E45E93-713B-4AA3-8E29-D2B7713A6DF5}">
      <dsp:nvSpPr>
        <dsp:cNvPr id="0" name=""/>
        <dsp:cNvSpPr/>
      </dsp:nvSpPr>
      <dsp:spPr>
        <a:xfrm>
          <a:off x="1565589" y="1521915"/>
          <a:ext cx="4012885" cy="638507"/>
        </a:xfrm>
        <a:custGeom>
          <a:avLst/>
          <a:gdLst/>
          <a:ahLst/>
          <a:cxnLst/>
          <a:rect l="0" t="0" r="0" b="0"/>
          <a:pathLst>
            <a:path>
              <a:moveTo>
                <a:pt x="4012885" y="0"/>
              </a:moveTo>
              <a:lnTo>
                <a:pt x="4012885" y="319253"/>
              </a:lnTo>
              <a:lnTo>
                <a:pt x="0" y="319253"/>
              </a:lnTo>
              <a:lnTo>
                <a:pt x="0" y="638507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1D4C10-59D7-475A-9604-01A16255CB9F}">
      <dsp:nvSpPr>
        <dsp:cNvPr id="0" name=""/>
        <dsp:cNvSpPr/>
      </dsp:nvSpPr>
      <dsp:spPr>
        <a:xfrm>
          <a:off x="3886200" y="1658"/>
          <a:ext cx="3384548" cy="15202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400" kern="1200" dirty="0"/>
            <a:t>VOOR </a:t>
          </a:r>
          <a:r>
            <a:rPr lang="nl-NL" sz="2400" kern="1200" dirty="0">
              <a:solidFill>
                <a:schemeClr val="tx1"/>
              </a:solidFill>
            </a:rPr>
            <a:t>16S/WGS</a:t>
          </a:r>
          <a:r>
            <a:rPr lang="nl-NL" sz="2400" kern="1200" dirty="0"/>
            <a:t> EN </a:t>
          </a:r>
          <a:r>
            <a:rPr lang="nl-NL" sz="2400" kern="1200" dirty="0">
              <a:solidFill>
                <a:schemeClr val="tx1"/>
              </a:solidFill>
            </a:rPr>
            <a:t>VALIDATIE/EXPERIMENT</a:t>
          </a:r>
          <a:endParaRPr lang="en-US" sz="2400" kern="1200" dirty="0">
            <a:solidFill>
              <a:schemeClr val="tx1"/>
            </a:solidFill>
          </a:endParaRPr>
        </a:p>
      </dsp:txBody>
      <dsp:txXfrm>
        <a:off x="3886200" y="1658"/>
        <a:ext cx="3384548" cy="1520257"/>
      </dsp:txXfrm>
    </dsp:sp>
    <dsp:sp modelId="{8F7D0248-9D3B-4D9A-B4EE-36D0434E117C}">
      <dsp:nvSpPr>
        <dsp:cNvPr id="0" name=""/>
        <dsp:cNvSpPr/>
      </dsp:nvSpPr>
      <dsp:spPr>
        <a:xfrm>
          <a:off x="45332" y="2160423"/>
          <a:ext cx="3040514" cy="152025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115" tIns="31115" rIns="31115" bIns="31115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4900" kern="1200" dirty="0"/>
            <a:t>DNA-EXTRACTIE</a:t>
          </a:r>
          <a:endParaRPr lang="en-US" sz="4900" kern="1200" dirty="0"/>
        </a:p>
      </dsp:txBody>
      <dsp:txXfrm>
        <a:off x="45332" y="2160423"/>
        <a:ext cx="3040514" cy="1520257"/>
      </dsp:txXfrm>
    </dsp:sp>
    <dsp:sp modelId="{19AD56D5-62E3-4131-B60B-5973B34DB371}">
      <dsp:nvSpPr>
        <dsp:cNvPr id="0" name=""/>
        <dsp:cNvSpPr/>
      </dsp:nvSpPr>
      <dsp:spPr>
        <a:xfrm>
          <a:off x="3724354" y="2160423"/>
          <a:ext cx="3040514" cy="152025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115" tIns="31115" rIns="31115" bIns="31115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4900" kern="1200" dirty="0"/>
            <a:t>LIBRARY MAKEN</a:t>
          </a:r>
          <a:endParaRPr lang="en-US" sz="4900" kern="1200" dirty="0"/>
        </a:p>
      </dsp:txBody>
      <dsp:txXfrm>
        <a:off x="3724354" y="2160423"/>
        <a:ext cx="3040514" cy="1520257"/>
      </dsp:txXfrm>
    </dsp:sp>
    <dsp:sp modelId="{5F170C7A-B70F-4689-9530-AA48422824D9}">
      <dsp:nvSpPr>
        <dsp:cNvPr id="0" name=""/>
        <dsp:cNvSpPr/>
      </dsp:nvSpPr>
      <dsp:spPr>
        <a:xfrm>
          <a:off x="7403376" y="2160423"/>
          <a:ext cx="3708241" cy="160505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3600" kern="1200" dirty="0"/>
            <a:t>FLOW CELL LADEN + SEQUENCING</a:t>
          </a:r>
          <a:endParaRPr lang="en-US" sz="3600" kern="1200" dirty="0"/>
        </a:p>
      </dsp:txBody>
      <dsp:txXfrm>
        <a:off x="7403376" y="2160423"/>
        <a:ext cx="3708241" cy="160505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FA9861-570B-4462-B1F2-F9082FC629B3}">
      <dsp:nvSpPr>
        <dsp:cNvPr id="0" name=""/>
        <dsp:cNvSpPr/>
      </dsp:nvSpPr>
      <dsp:spPr>
        <a:xfrm>
          <a:off x="0" y="240331"/>
          <a:ext cx="8073609" cy="7575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6602" tIns="270764" rIns="626602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NL" sz="1300" i="1" kern="1200" dirty="0"/>
            <a:t> </a:t>
          </a:r>
          <a:r>
            <a:rPr lang="nl-NL" sz="1300" i="1" kern="1200" dirty="0" err="1"/>
            <a:t>ZymoBIOMICS</a:t>
          </a:r>
          <a:r>
            <a:rPr lang="nl-NL" sz="1300" i="1" kern="1200" dirty="0"/>
            <a:t>™ DNA Miniprep Kit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NL" sz="1300" b="1" kern="1200" dirty="0"/>
            <a:t> Identiek</a:t>
          </a:r>
          <a:r>
            <a:rPr lang="nl-NL" sz="1300" kern="1200" dirty="0"/>
            <a:t> aan 16S</a:t>
          </a:r>
        </a:p>
      </dsp:txBody>
      <dsp:txXfrm>
        <a:off x="0" y="240331"/>
        <a:ext cx="8073609" cy="757575"/>
      </dsp:txXfrm>
    </dsp:sp>
    <dsp:sp modelId="{908411F4-E594-4892-840A-44755A26A045}">
      <dsp:nvSpPr>
        <dsp:cNvPr id="0" name=""/>
        <dsp:cNvSpPr/>
      </dsp:nvSpPr>
      <dsp:spPr>
        <a:xfrm>
          <a:off x="403680" y="48451"/>
          <a:ext cx="5651526" cy="3837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3614" tIns="0" rIns="213614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300" b="1" kern="1200"/>
            <a:t>DNA-EXTRACTIE</a:t>
          </a:r>
          <a:endParaRPr lang="nl-NL" sz="1300" b="1" kern="1200" dirty="0"/>
        </a:p>
      </dsp:txBody>
      <dsp:txXfrm>
        <a:off x="422414" y="67185"/>
        <a:ext cx="5614058" cy="346292"/>
      </dsp:txXfrm>
    </dsp:sp>
    <dsp:sp modelId="{06D0A401-9274-4CE0-BC28-5084D4EAE144}">
      <dsp:nvSpPr>
        <dsp:cNvPr id="0" name=""/>
        <dsp:cNvSpPr/>
      </dsp:nvSpPr>
      <dsp:spPr>
        <a:xfrm>
          <a:off x="0" y="1259986"/>
          <a:ext cx="8073609" cy="2866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6602" tIns="270764" rIns="626602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NL" sz="1300" kern="1200" dirty="0"/>
            <a:t> Algemeen: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nl-NL" sz="1300" kern="1200" dirty="0"/>
            <a:t> Barcodes toevoegen 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nl-NL" sz="1300" kern="1200" dirty="0"/>
            <a:t> </a:t>
          </a:r>
          <a:r>
            <a:rPr lang="nl-NL" sz="1300" kern="1200" dirty="0" err="1"/>
            <a:t>Equimolair</a:t>
          </a:r>
          <a:r>
            <a:rPr lang="nl-NL" sz="1300" kern="1200" dirty="0"/>
            <a:t> poolen 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nl-NL" sz="1300" kern="1200" dirty="0"/>
            <a:t> </a:t>
          </a:r>
          <a:r>
            <a:rPr lang="nl-NL" sz="1300" kern="1200" dirty="0" err="1"/>
            <a:t>Bead</a:t>
          </a:r>
          <a:r>
            <a:rPr lang="nl-NL" sz="1300" kern="1200" dirty="0"/>
            <a:t> </a:t>
          </a:r>
          <a:r>
            <a:rPr lang="nl-NL" sz="1300" kern="1200" dirty="0" err="1"/>
            <a:t>cleanup</a:t>
          </a:r>
          <a:r>
            <a:rPr lang="nl-NL" sz="1300" kern="1200" dirty="0"/>
            <a:t> 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nl-NL" sz="1300" kern="1200" dirty="0"/>
            <a:t> Adapter ligatie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NL" sz="1300" b="1" kern="1200" dirty="0"/>
            <a:t> Verschillen</a:t>
          </a:r>
          <a:r>
            <a:rPr lang="nl-NL" sz="1300" kern="1200" dirty="0"/>
            <a:t> met 16S: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nl-NL" sz="1300" kern="1200" dirty="0"/>
            <a:t> Kit:</a:t>
          </a:r>
        </a:p>
        <a:p>
          <a:pPr marL="342900" lvl="3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nl-NL" sz="1300" i="1" kern="1200" dirty="0"/>
            <a:t> </a:t>
          </a:r>
          <a:r>
            <a:rPr lang="nl-NL" sz="1300" i="1" kern="1200" dirty="0" err="1"/>
            <a:t>Ligation</a:t>
          </a:r>
          <a:r>
            <a:rPr lang="nl-NL" sz="1300" i="1" kern="1200" dirty="0"/>
            <a:t> sequencing </a:t>
          </a:r>
          <a:r>
            <a:rPr lang="nl-NL" sz="1300" i="1" kern="1200" dirty="0" err="1"/>
            <a:t>gDNA</a:t>
          </a:r>
          <a:r>
            <a:rPr lang="nl-NL" sz="1300" i="1" kern="1200" dirty="0"/>
            <a:t> - Native </a:t>
          </a:r>
          <a:r>
            <a:rPr lang="nl-NL" sz="1300" i="1" kern="1200" dirty="0" err="1"/>
            <a:t>Barcoding</a:t>
          </a:r>
          <a:r>
            <a:rPr lang="nl-NL" sz="1300" i="1" kern="1200" dirty="0"/>
            <a:t> Kit 24 V14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nl-NL" sz="1300" b="1" kern="1200" dirty="0"/>
            <a:t> Geen</a:t>
          </a:r>
          <a:r>
            <a:rPr lang="nl-NL" sz="1300" kern="1200" dirty="0"/>
            <a:t> PCR </a:t>
          </a:r>
        </a:p>
        <a:p>
          <a:pPr marL="342900" lvl="3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nl-NL" sz="1300" kern="1200" dirty="0"/>
            <a:t> Meer DNA opgebracht: 400 </a:t>
          </a:r>
          <a:r>
            <a:rPr lang="nl-NL" sz="1300" kern="1200" dirty="0" err="1"/>
            <a:t>ng</a:t>
          </a:r>
          <a:r>
            <a:rPr lang="nl-NL" sz="1300" kern="1200" dirty="0"/>
            <a:t> 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nl-NL" sz="1300" kern="1200" dirty="0"/>
            <a:t> WGS-fragmenten langer</a:t>
          </a:r>
        </a:p>
        <a:p>
          <a:pPr marL="342900" lvl="3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nl-NL" sz="1300" kern="1200" dirty="0"/>
            <a:t> Minder </a:t>
          </a:r>
          <a:r>
            <a:rPr lang="nl-NL" sz="1300" kern="1200" dirty="0" err="1"/>
            <a:t>fmol</a:t>
          </a:r>
          <a:r>
            <a:rPr lang="nl-NL" sz="1300" kern="1200" dirty="0"/>
            <a:t> vereist voor laden flow </a:t>
          </a:r>
          <a:r>
            <a:rPr lang="nl-NL" sz="1300" kern="1200" dirty="0" err="1"/>
            <a:t>cell</a:t>
          </a:r>
          <a:r>
            <a:rPr lang="nl-NL" sz="1300" kern="1200" dirty="0"/>
            <a:t> (5-10 </a:t>
          </a:r>
          <a:r>
            <a:rPr lang="nl-NL" sz="1300" kern="1200" dirty="0" err="1"/>
            <a:t>fmol</a:t>
          </a:r>
          <a:r>
            <a:rPr lang="nl-NL" sz="1300" kern="1200" dirty="0"/>
            <a:t>)</a:t>
          </a:r>
        </a:p>
      </dsp:txBody>
      <dsp:txXfrm>
        <a:off x="0" y="1259986"/>
        <a:ext cx="8073609" cy="2866500"/>
      </dsp:txXfrm>
    </dsp:sp>
    <dsp:sp modelId="{F3EC0977-1AA5-47D8-9320-00247700030E}">
      <dsp:nvSpPr>
        <dsp:cNvPr id="0" name=""/>
        <dsp:cNvSpPr/>
      </dsp:nvSpPr>
      <dsp:spPr>
        <a:xfrm>
          <a:off x="403680" y="1068106"/>
          <a:ext cx="5651526" cy="3837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3614" tIns="0" rIns="213614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300" b="1" kern="1200" dirty="0"/>
            <a:t>LIBRARY MAKEN</a:t>
          </a:r>
        </a:p>
      </dsp:txBody>
      <dsp:txXfrm>
        <a:off x="422414" y="1086840"/>
        <a:ext cx="5614058" cy="346292"/>
      </dsp:txXfrm>
    </dsp:sp>
    <dsp:sp modelId="{EE5BDD77-ED0F-4D8B-AFCA-61F120B2A8BE}">
      <dsp:nvSpPr>
        <dsp:cNvPr id="0" name=""/>
        <dsp:cNvSpPr/>
      </dsp:nvSpPr>
      <dsp:spPr>
        <a:xfrm>
          <a:off x="0" y="4388567"/>
          <a:ext cx="8073609" cy="11670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6602" tIns="270764" rIns="626602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NL" sz="1300" b="1" kern="1200" dirty="0"/>
            <a:t> Identiek</a:t>
          </a:r>
          <a:r>
            <a:rPr lang="nl-NL" sz="1300" kern="1200" dirty="0"/>
            <a:t> aan 16S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NL" sz="1300" b="1" kern="1200" dirty="0"/>
            <a:t> Verschilt</a:t>
          </a:r>
          <a:r>
            <a:rPr lang="nl-NL" sz="1300" kern="1200" dirty="0"/>
            <a:t> per </a:t>
          </a:r>
          <a:r>
            <a:rPr lang="nl-NL" sz="1300" kern="1200" dirty="0" err="1"/>
            <a:t>flowcell</a:t>
          </a:r>
          <a:r>
            <a:rPr lang="nl-NL" sz="1300" kern="1200" dirty="0"/>
            <a:t> 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nl-NL" sz="1300" kern="1200" dirty="0"/>
            <a:t> </a:t>
          </a:r>
          <a:r>
            <a:rPr lang="nl-NL" sz="1300" kern="1200" dirty="0" err="1"/>
            <a:t>Flongle</a:t>
          </a:r>
          <a:r>
            <a:rPr lang="nl-NL" sz="1300" kern="1200" dirty="0"/>
            <a:t> (klein)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nl-NL" sz="1300" kern="1200" dirty="0"/>
            <a:t> </a:t>
          </a:r>
          <a:r>
            <a:rPr lang="nl-NL" sz="1300" kern="1200" dirty="0" err="1"/>
            <a:t>MinION</a:t>
          </a:r>
          <a:r>
            <a:rPr lang="nl-NL" sz="1300" kern="1200" dirty="0"/>
            <a:t> (groot)</a:t>
          </a:r>
        </a:p>
      </dsp:txBody>
      <dsp:txXfrm>
        <a:off x="0" y="4388567"/>
        <a:ext cx="8073609" cy="1167075"/>
      </dsp:txXfrm>
    </dsp:sp>
    <dsp:sp modelId="{1E50F22C-5DCF-40B4-A264-14AE37018D9B}">
      <dsp:nvSpPr>
        <dsp:cNvPr id="0" name=""/>
        <dsp:cNvSpPr/>
      </dsp:nvSpPr>
      <dsp:spPr>
        <a:xfrm>
          <a:off x="403680" y="4196687"/>
          <a:ext cx="5651526" cy="3837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3614" tIns="0" rIns="213614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300" b="1" kern="1200"/>
            <a:t>FLOW CELL LADEN EN SEQUENCEN</a:t>
          </a:r>
          <a:endParaRPr lang="nl-NL" sz="1300" b="1" kern="1200" dirty="0"/>
        </a:p>
      </dsp:txBody>
      <dsp:txXfrm>
        <a:off x="422414" y="4215421"/>
        <a:ext cx="5614058" cy="3462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43FA89-80C3-4115-AF03-0EA54E0B9EB1}" type="datetimeFigureOut">
              <a:rPr lang="nl-NL" smtClean="0"/>
              <a:t>21-1-2026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FCCD61-AD57-4FFC-A28C-CD3B640DFDE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15140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ROBIN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FCCD61-AD57-4FFC-A28C-CD3B640DFDE6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194853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ROBIN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FCCD61-AD57-4FFC-A28C-CD3B640DFDE6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512594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ROBIN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FCCD61-AD57-4FFC-A28C-CD3B640DFDE6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61613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BEN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FCCD61-AD57-4FFC-A28C-CD3B640DFDE6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462753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BEN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FCCD61-AD57-4FFC-A28C-CD3B640DFDE6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24078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BEN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FCCD61-AD57-4FFC-A28C-CD3B640DFDE6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256007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F1460-2CCE-6A8F-CBE1-6A91043F6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AAA931-DEDA-103F-A4EE-8ADA3D3377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0D5679-08A2-5624-6E45-1C788791B5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BEN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2CF7F-6C47-CF32-6E6E-2FFD3B0F58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FCCD61-AD57-4FFC-A28C-CD3B640DFDE6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645834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BEN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FCCD61-AD57-4FFC-A28C-CD3B640DFDE6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530726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443E4-EEA4-936B-7EEB-CCF57139B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AFF80B-B909-F3A5-9076-3233C2BFB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8D4B60-C01A-F86E-EF93-CAF48D1DFA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ROBIN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EAADC-FA75-D531-25B5-0966602D8C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FCCD61-AD57-4FFC-A28C-CD3B640DFDE6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328436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6CD72-7F6A-51FF-4323-38E60E77B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66C0D4-017C-43C2-2288-ABA38CB21E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33C6C3-AE42-27D3-3563-6A8C8A9055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ROBIN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DE50E-AD64-34E9-47C3-EF80868575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FCCD61-AD57-4FFC-A28C-CD3B640DFDE6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948311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BEN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FCCD61-AD57-4FFC-A28C-CD3B640DFDE6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192790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81AFF-8E05-DE01-8E26-7920F28A7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F5814E-F469-F540-B488-31415580B2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6A7459-9419-B4CB-EAEF-EE46B1C7A0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ROBIN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8854C-3CC1-4C80-7A29-88D70EB929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FCCD61-AD57-4FFC-A28C-CD3B640DFDE6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746869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ROBIN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FCCD61-AD57-4FFC-A28C-CD3B640DFDE6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542756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ROBIN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FCCD61-AD57-4FFC-A28C-CD3B640DFDE6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421024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BEN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FCCD61-AD57-4FFC-A28C-CD3B640DFDE6}" type="slidenum">
              <a:rPr lang="nl-NL" smtClean="0"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61447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058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598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260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13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856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37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531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741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73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611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146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995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73AF435-44C8-C44B-9352-ACFA393E2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D849A1-DA08-6CB7-8CF0-368B2A93A4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4846" y="978407"/>
            <a:ext cx="4358503" cy="3137941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nl-NL" sz="4200"/>
              <a:t>Nanopore-analyse: Bacteriële samenstelling bij parodontitis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1ED8A4-007B-0664-B3FA-C4E805F96C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24344" y="4469641"/>
            <a:ext cx="4358503" cy="399539"/>
          </a:xfrm>
        </p:spPr>
        <p:txBody>
          <a:bodyPr anchor="b">
            <a:normAutofit fontScale="92500" lnSpcReduction="10000"/>
          </a:bodyPr>
          <a:lstStyle/>
          <a:p>
            <a:r>
              <a:rPr lang="nl-NL" i="0" dirty="0" err="1"/>
              <a:t>Whole-Genome</a:t>
            </a:r>
            <a:r>
              <a:rPr lang="nl-NL" i="0" dirty="0"/>
              <a:t> Sequencing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B8F215-40BA-2909-2072-E0C26C3461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09" r="5389" b="1"/>
          <a:stretch>
            <a:fillRect/>
          </a:stretch>
        </p:blipFill>
        <p:spPr>
          <a:xfrm>
            <a:off x="535521" y="508090"/>
            <a:ext cx="6323740" cy="5745379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88058DF-7580-C88F-23F0-429412309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67912" y="508090"/>
            <a:ext cx="4288568" cy="149279"/>
          </a:xfrm>
          <a:custGeom>
            <a:avLst/>
            <a:gdLst>
              <a:gd name="connsiteX0" fmla="*/ 0 w 6117427"/>
              <a:gd name="connsiteY0" fmla="*/ 0 h 149279"/>
              <a:gd name="connsiteX1" fmla="*/ 6117427 w 6117427"/>
              <a:gd name="connsiteY1" fmla="*/ 0 h 149279"/>
              <a:gd name="connsiteX2" fmla="*/ 6117427 w 6117427"/>
              <a:gd name="connsiteY2" fmla="*/ 149279 h 149279"/>
              <a:gd name="connsiteX3" fmla="*/ 0 w 611742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17427" h="149279">
                <a:moveTo>
                  <a:pt x="0" y="0"/>
                </a:moveTo>
                <a:lnTo>
                  <a:pt x="6117427" y="0"/>
                </a:lnTo>
                <a:lnTo>
                  <a:pt x="611742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2943-4565-9E0E-E9DB-5B7B417E6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75944" y="6207749"/>
            <a:ext cx="4307405" cy="45720"/>
          </a:xfrm>
          <a:custGeom>
            <a:avLst/>
            <a:gdLst>
              <a:gd name="connsiteX0" fmla="*/ 0 w 6144298"/>
              <a:gd name="connsiteY0" fmla="*/ 0 h 45720"/>
              <a:gd name="connsiteX1" fmla="*/ 5021183 w 6144298"/>
              <a:gd name="connsiteY1" fmla="*/ 0 h 45720"/>
              <a:gd name="connsiteX2" fmla="*/ 5021183 w 6144298"/>
              <a:gd name="connsiteY2" fmla="*/ 1 h 45720"/>
              <a:gd name="connsiteX3" fmla="*/ 6144298 w 6144298"/>
              <a:gd name="connsiteY3" fmla="*/ 1 h 45720"/>
              <a:gd name="connsiteX4" fmla="*/ 6144298 w 6144298"/>
              <a:gd name="connsiteY4" fmla="*/ 45720 h 45720"/>
              <a:gd name="connsiteX5" fmla="*/ 1123115 w 6144298"/>
              <a:gd name="connsiteY5" fmla="*/ 45720 h 45720"/>
              <a:gd name="connsiteX6" fmla="*/ 1123115 w 6144298"/>
              <a:gd name="connsiteY6" fmla="*/ 45719 h 45720"/>
              <a:gd name="connsiteX7" fmla="*/ 0 w 6144298"/>
              <a:gd name="connsiteY7" fmla="*/ 45719 h 45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44298" h="45720">
                <a:moveTo>
                  <a:pt x="0" y="0"/>
                </a:moveTo>
                <a:lnTo>
                  <a:pt x="5021183" y="0"/>
                </a:lnTo>
                <a:lnTo>
                  <a:pt x="5021183" y="1"/>
                </a:lnTo>
                <a:lnTo>
                  <a:pt x="6144298" y="1"/>
                </a:lnTo>
                <a:lnTo>
                  <a:pt x="6144298" y="45720"/>
                </a:lnTo>
                <a:lnTo>
                  <a:pt x="1123115" y="45720"/>
                </a:lnTo>
                <a:lnTo>
                  <a:pt x="112311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ED865D-B999-72B7-2F65-4445E88EE6B2}"/>
              </a:ext>
            </a:extLst>
          </p:cNvPr>
          <p:cNvSpPr txBox="1"/>
          <p:nvPr/>
        </p:nvSpPr>
        <p:spPr>
          <a:xfrm>
            <a:off x="7320286" y="4897755"/>
            <a:ext cx="3597649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nl-NL" sz="1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Ben van Donselaar &amp; Robin Jansen – VL5B06</a:t>
            </a:r>
          </a:p>
        </p:txBody>
      </p:sp>
    </p:spTree>
    <p:extLst>
      <p:ext uri="{BB962C8B-B14F-4D97-AF65-F5344CB8AC3E}">
        <p14:creationId xmlns:p14="http://schemas.microsoft.com/office/powerpoint/2010/main" val="4122692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09D7CC-864D-E51A-58C2-6737F040D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397649" cy="33037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Parodontitis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D44099-456B-449E-C530-750A246B19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53994" y="965741"/>
            <a:ext cx="6482251" cy="53802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81002B-8BA9-CE07-5025-75E691B586AE}"/>
              </a:ext>
            </a:extLst>
          </p:cNvPr>
          <p:cNvSpPr txBox="1"/>
          <p:nvPr/>
        </p:nvSpPr>
        <p:spPr>
          <a:xfrm>
            <a:off x="4653994" y="6209925"/>
            <a:ext cx="6459522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nl-NL" sz="900" i="1" dirty="0"/>
              <a:t>Figuur 1: Piramidediagram van de groeperingen van verschillende bacteriekolonies die vaak voorkomen bij parodontitis gerelateerd </a:t>
            </a:r>
            <a:r>
              <a:rPr lang="nl-NL" sz="900" i="1" dirty="0" err="1"/>
              <a:t>biofilm</a:t>
            </a:r>
            <a:r>
              <a:rPr lang="nl-NL" sz="900" i="1" dirty="0"/>
              <a:t>. (</a:t>
            </a:r>
            <a:r>
              <a:rPr lang="nl-NL" sz="900" i="1" dirty="0" err="1"/>
              <a:t>DentaLoupes</a:t>
            </a:r>
            <a:r>
              <a:rPr lang="nl-NL" sz="900" i="1" dirty="0"/>
              <a:t>, 2023)</a:t>
            </a:r>
          </a:p>
        </p:txBody>
      </p:sp>
    </p:spTree>
    <p:extLst>
      <p:ext uri="{BB962C8B-B14F-4D97-AF65-F5344CB8AC3E}">
        <p14:creationId xmlns:p14="http://schemas.microsoft.com/office/powerpoint/2010/main" val="2287790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AA3B297-9683-4E38-89FA-062C53E13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BD1AC-4E66-DA6F-04F6-0575ACD5A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8686800" cy="1463040"/>
          </a:xfrm>
        </p:spPr>
        <p:txBody>
          <a:bodyPr>
            <a:normAutofit/>
          </a:bodyPr>
          <a:lstStyle/>
          <a:p>
            <a:r>
              <a:rPr lang="nl-NL" dirty="0"/>
              <a:t>Workflow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F74692-AE31-4A00-B5F9-994E8D519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868680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1FF5B99-1C68-1EDD-4217-25513AD045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5436000"/>
              </p:ext>
            </p:extLst>
          </p:nvPr>
        </p:nvGraphicFramePr>
        <p:xfrm>
          <a:off x="520700" y="1946495"/>
          <a:ext cx="9709716" cy="45538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51236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BEC05A-AAA3-011B-67B3-3B4D8BF51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pPr algn="ctr"/>
            <a:r>
              <a:rPr lang="nl-NL" dirty="0"/>
              <a:t>Algemeen principe workflow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31198E0-57F5-35FE-3DFC-7908EC2834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109159"/>
              </p:ext>
            </p:extLst>
          </p:nvPr>
        </p:nvGraphicFramePr>
        <p:xfrm>
          <a:off x="513842" y="2441448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21023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420BC5C-C418-4843-B04B-6918968D0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22C730-CA9D-3759-49FE-7D8517E0B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nl-NL" sz="4000" dirty="0"/>
              <a:t>Principe WGS-workflow</a:t>
            </a:r>
            <a:br>
              <a:rPr lang="nl-NL" sz="4000" dirty="0"/>
            </a:br>
            <a:endParaRPr lang="nl-NL" sz="4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E511C3-750B-AA87-AE51-0FA2069EA0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D7A1417-286C-F6FF-130A-2B50250254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0150690"/>
              </p:ext>
            </p:extLst>
          </p:nvPr>
        </p:nvGraphicFramePr>
        <p:xfrm>
          <a:off x="3603279" y="841973"/>
          <a:ext cx="8073609" cy="56040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6675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D16C4DE-5FF1-8D34-BBA1-FC43F3155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09125E-9F7F-45DC-940B-A1F1EC7EE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800600" cy="1691640"/>
          </a:xfrm>
        </p:spPr>
        <p:txBody>
          <a:bodyPr>
            <a:normAutofit/>
          </a:bodyPr>
          <a:lstStyle/>
          <a:p>
            <a:r>
              <a:rPr lang="nl-NL" dirty="0"/>
              <a:t>Data-analyse (1)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6914053-73D7-E377-E88C-94E35AAD48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11E45-46AB-F28E-1EE9-F0190E928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3016" y="1060704"/>
            <a:ext cx="5824728" cy="1627632"/>
          </a:xfrm>
        </p:spPr>
        <p:txBody>
          <a:bodyPr>
            <a:normAutofit/>
          </a:bodyPr>
          <a:lstStyle/>
          <a:p>
            <a:r>
              <a:rPr lang="nl-NL" dirty="0"/>
              <a:t>Filtering/Classificatie</a:t>
            </a:r>
          </a:p>
          <a:p>
            <a:pPr lvl="1"/>
            <a:r>
              <a:rPr lang="nl-NL" dirty="0" err="1"/>
              <a:t>NanoFilt</a:t>
            </a:r>
            <a:endParaRPr lang="nl-NL" dirty="0"/>
          </a:p>
          <a:p>
            <a:r>
              <a:rPr lang="nl-NL" dirty="0"/>
              <a:t>Visualisatie</a:t>
            </a:r>
          </a:p>
          <a:p>
            <a:pPr lvl="1"/>
            <a:r>
              <a:rPr lang="nl-NL" dirty="0" err="1"/>
              <a:t>NanoPlot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5598F4-7F00-902A-7414-C27964EC24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7" r="20813" b="-1"/>
          <a:stretch>
            <a:fillRect/>
          </a:stretch>
        </p:blipFill>
        <p:spPr>
          <a:xfrm>
            <a:off x="517871" y="2921001"/>
            <a:ext cx="11149534" cy="34249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5B0C65-D321-2AA5-5142-C7F195E76140}"/>
              </a:ext>
            </a:extLst>
          </p:cNvPr>
          <p:cNvSpPr txBox="1"/>
          <p:nvPr/>
        </p:nvSpPr>
        <p:spPr>
          <a:xfrm>
            <a:off x="520700" y="6251058"/>
            <a:ext cx="6459522" cy="2308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nl-NL" sz="900" i="1" dirty="0"/>
              <a:t>Figuur 2: Voorbeeld van een </a:t>
            </a:r>
            <a:r>
              <a:rPr lang="nl-NL" sz="900" i="1" dirty="0" err="1"/>
              <a:t>NanoPlot</a:t>
            </a:r>
            <a:r>
              <a:rPr lang="nl-NL" sz="900" i="1" dirty="0"/>
              <a:t> VOOR het filteren van lage q-scores en lage </a:t>
            </a:r>
            <a:r>
              <a:rPr lang="nl-NL" sz="900" i="1" dirty="0" err="1"/>
              <a:t>read</a:t>
            </a:r>
            <a:r>
              <a:rPr lang="nl-NL" sz="900" i="1" dirty="0"/>
              <a:t> </a:t>
            </a:r>
            <a:r>
              <a:rPr lang="nl-NL" sz="900" i="1" dirty="0" err="1"/>
              <a:t>lengths</a:t>
            </a:r>
            <a:r>
              <a:rPr lang="nl-NL" sz="900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0427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C3C028-BB90-8DDC-A7F9-328B23F87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D16C4DE-5FF1-8D34-BBA1-FC43F3155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47CF5C-990C-3F44-4932-F867D680D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800600" cy="1691640"/>
          </a:xfrm>
        </p:spPr>
        <p:txBody>
          <a:bodyPr>
            <a:normAutofit/>
          </a:bodyPr>
          <a:lstStyle/>
          <a:p>
            <a:r>
              <a:rPr lang="nl-NL" dirty="0"/>
              <a:t>Data-analyse (1)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6914053-73D7-E377-E88C-94E35AAD48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395DC-E811-B434-3C18-1A42FE9DF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3016" y="1060704"/>
            <a:ext cx="5824728" cy="1627632"/>
          </a:xfrm>
        </p:spPr>
        <p:txBody>
          <a:bodyPr>
            <a:normAutofit/>
          </a:bodyPr>
          <a:lstStyle/>
          <a:p>
            <a:r>
              <a:rPr lang="nl-NL" dirty="0"/>
              <a:t>Filtering/Classificatie</a:t>
            </a:r>
          </a:p>
          <a:p>
            <a:pPr lvl="1"/>
            <a:r>
              <a:rPr lang="nl-NL" dirty="0" err="1"/>
              <a:t>NanoFilt</a:t>
            </a:r>
            <a:endParaRPr lang="nl-NL" dirty="0"/>
          </a:p>
          <a:p>
            <a:r>
              <a:rPr lang="nl-NL" dirty="0"/>
              <a:t>Visualisatie</a:t>
            </a:r>
          </a:p>
          <a:p>
            <a:pPr lvl="1"/>
            <a:r>
              <a:rPr lang="nl-NL" dirty="0" err="1"/>
              <a:t>NanoPlot</a:t>
            </a:r>
            <a:endParaRPr lang="nl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0D17B7-3395-6B63-0369-82784409F2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65" r="5504" b="-1"/>
          <a:stretch>
            <a:fillRect/>
          </a:stretch>
        </p:blipFill>
        <p:spPr>
          <a:xfrm>
            <a:off x="517871" y="2921001"/>
            <a:ext cx="11149534" cy="34249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B916C9-9ED2-FBB4-E341-7242AF2A5ED9}"/>
              </a:ext>
            </a:extLst>
          </p:cNvPr>
          <p:cNvSpPr txBox="1"/>
          <p:nvPr/>
        </p:nvSpPr>
        <p:spPr>
          <a:xfrm>
            <a:off x="520700" y="6251058"/>
            <a:ext cx="6459522" cy="2308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nl-NL" sz="900" i="1" dirty="0"/>
              <a:t>Figuur 3: Voorbeeld van een </a:t>
            </a:r>
            <a:r>
              <a:rPr lang="nl-NL" sz="900" i="1" dirty="0" err="1"/>
              <a:t>NanoPlot</a:t>
            </a:r>
            <a:r>
              <a:rPr lang="nl-NL" sz="900" i="1" dirty="0"/>
              <a:t> NA het filteren van lage q-scores en lage </a:t>
            </a:r>
            <a:r>
              <a:rPr lang="nl-NL" sz="900" i="1" dirty="0" err="1"/>
              <a:t>read</a:t>
            </a:r>
            <a:r>
              <a:rPr lang="nl-NL" sz="900" i="1" dirty="0"/>
              <a:t> </a:t>
            </a:r>
            <a:r>
              <a:rPr lang="nl-NL" sz="900" i="1" dirty="0" err="1"/>
              <a:t>lengths</a:t>
            </a:r>
            <a:r>
              <a:rPr lang="nl-NL" sz="900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96500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497C7E-A6CD-E552-FC76-EEDB4FB4D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75EAFFD-4A47-DD53-4F76-BD457E18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FA1B28-4E59-0D9A-12DE-89F9630C1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200400" cy="2432304"/>
          </a:xfrm>
        </p:spPr>
        <p:txBody>
          <a:bodyPr anchor="b">
            <a:normAutofit/>
          </a:bodyPr>
          <a:lstStyle/>
          <a:p>
            <a:r>
              <a:rPr lang="nl-NL" sz="4000"/>
              <a:t>Data-analyse (2)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CC1FECC-9CA4-341C-7E20-4728C5147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38D6E-CADA-5D15-A4E0-05EEDAA79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3538728"/>
            <a:ext cx="3200400" cy="2816352"/>
          </a:xfrm>
        </p:spPr>
        <p:txBody>
          <a:bodyPr>
            <a:normAutofit/>
          </a:bodyPr>
          <a:lstStyle/>
          <a:p>
            <a:r>
              <a:rPr lang="nl-NL" dirty="0"/>
              <a:t>Filtering/Classificatie</a:t>
            </a:r>
          </a:p>
          <a:p>
            <a:pPr lvl="1"/>
            <a:r>
              <a:rPr lang="nl-NL" dirty="0"/>
              <a:t>Kraken2</a:t>
            </a:r>
          </a:p>
          <a:p>
            <a:pPr lvl="1"/>
            <a:r>
              <a:rPr lang="nl-NL" dirty="0" err="1"/>
              <a:t>Bracken</a:t>
            </a:r>
            <a:endParaRPr lang="nl-NL" dirty="0"/>
          </a:p>
          <a:p>
            <a:r>
              <a:rPr lang="nl-NL" dirty="0"/>
              <a:t>Visualisatie</a:t>
            </a:r>
          </a:p>
          <a:p>
            <a:pPr lvl="1"/>
            <a:r>
              <a:rPr lang="nl-NL" dirty="0" err="1"/>
              <a:t>Krona</a:t>
            </a:r>
            <a:endParaRPr lang="nl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E5E0C6-65CF-3208-7499-8C949ECF8E6F}"/>
              </a:ext>
            </a:extLst>
          </p:cNvPr>
          <p:cNvSpPr txBox="1"/>
          <p:nvPr/>
        </p:nvSpPr>
        <p:spPr>
          <a:xfrm>
            <a:off x="5240633" y="6346004"/>
            <a:ext cx="6459522" cy="2308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nl-NL" sz="900" i="1" dirty="0"/>
              <a:t>Figuur 4: Voorbeeld van een </a:t>
            </a:r>
            <a:r>
              <a:rPr lang="nl-NL" sz="900" i="1" dirty="0" err="1"/>
              <a:t>Krona</a:t>
            </a:r>
            <a:r>
              <a:rPr lang="nl-NL" sz="900" i="1" dirty="0"/>
              <a:t>. Dit gebeurt na het toepassen van bijv. Kraken2 en </a:t>
            </a:r>
            <a:r>
              <a:rPr lang="nl-NL" sz="900" i="1" dirty="0" err="1"/>
              <a:t>Bracken</a:t>
            </a:r>
            <a:r>
              <a:rPr lang="nl-NL" sz="900" i="1" dirty="0"/>
              <a:t>.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C6F59CD8-912F-3D0E-C618-FB2BBCD2E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2628" y="1123631"/>
            <a:ext cx="6459522" cy="5268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1143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EDC0F6-6A6E-6206-ED07-7C83855F1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908CDB-7B46-FF1A-10FA-FB37DBB65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WGS – Validatie 1 - ATCC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257645-35DD-140D-3B0D-BC6F18A63732}"/>
              </a:ext>
            </a:extLst>
          </p:cNvPr>
          <p:cNvSpPr txBox="1"/>
          <p:nvPr/>
        </p:nvSpPr>
        <p:spPr>
          <a:xfrm>
            <a:off x="520700" y="6251058"/>
            <a:ext cx="6459522" cy="2308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nl-NL" sz="900" i="1" dirty="0"/>
              <a:t>Figuur 5: Fracties van </a:t>
            </a:r>
            <a:r>
              <a:rPr lang="nl-NL" sz="900" i="1" dirty="0" err="1"/>
              <a:t>reads</a:t>
            </a:r>
            <a:r>
              <a:rPr lang="nl-NL" sz="900" i="1" dirty="0"/>
              <a:t> per te identificeren bacteriesoort bij het 1</a:t>
            </a:r>
            <a:r>
              <a:rPr lang="nl-NL" sz="900" i="1" baseline="30000" dirty="0"/>
              <a:t>e</a:t>
            </a:r>
            <a:r>
              <a:rPr lang="nl-NL" sz="900" i="1" dirty="0"/>
              <a:t> validatie-experiment (ATCC).</a:t>
            </a:r>
          </a:p>
        </p:txBody>
      </p:sp>
      <p:graphicFrame>
        <p:nvGraphicFramePr>
          <p:cNvPr id="11" name="Grafiek 2">
            <a:extLst>
              <a:ext uri="{FF2B5EF4-FFF2-40B4-BE49-F238E27FC236}">
                <a16:creationId xmlns:a16="http://schemas.microsoft.com/office/drawing/2014/main" id="{F84AFEDA-FA44-2D8F-5597-ADE7CB1787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7293043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727255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8903F4-1B74-77EF-3BB2-7A6F34B77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0070F5-2A3D-89FF-2551-93AAE0EB7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WGS – Validatie 1 - ZYMO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C32C92-4EEA-26E4-FB13-28843CA0309A}"/>
              </a:ext>
            </a:extLst>
          </p:cNvPr>
          <p:cNvSpPr txBox="1"/>
          <p:nvPr/>
        </p:nvSpPr>
        <p:spPr>
          <a:xfrm>
            <a:off x="520700" y="6251058"/>
            <a:ext cx="6459522" cy="2308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nl-NL" sz="900" i="1" dirty="0"/>
              <a:t>Figuur 6: Fracties van </a:t>
            </a:r>
            <a:r>
              <a:rPr lang="nl-NL" sz="900" i="1" dirty="0" err="1"/>
              <a:t>reads</a:t>
            </a:r>
            <a:r>
              <a:rPr lang="nl-NL" sz="900" i="1" dirty="0"/>
              <a:t> per te identificeren bacteriesoort bij het 1</a:t>
            </a:r>
            <a:r>
              <a:rPr lang="nl-NL" sz="900" i="1" baseline="30000" dirty="0"/>
              <a:t>e</a:t>
            </a:r>
            <a:r>
              <a:rPr lang="nl-NL" sz="900" i="1" dirty="0"/>
              <a:t> validatie-experiment (ZYMO).</a:t>
            </a:r>
          </a:p>
        </p:txBody>
      </p:sp>
      <p:graphicFrame>
        <p:nvGraphicFramePr>
          <p:cNvPr id="7" name="Grafiek 3">
            <a:extLst>
              <a:ext uri="{FF2B5EF4-FFF2-40B4-BE49-F238E27FC236}">
                <a16:creationId xmlns:a16="http://schemas.microsoft.com/office/drawing/2014/main" id="{08522DEE-33C0-F3D8-8427-41436DCBC0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6802796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20411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C277FE-4E23-C5C4-29C6-7C2F2C205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nl-NL" dirty="0"/>
              <a:t>WGS – Validatie 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Grafiek 3">
            <a:extLst>
              <a:ext uri="{FF2B5EF4-FFF2-40B4-BE49-F238E27FC236}">
                <a16:creationId xmlns:a16="http://schemas.microsoft.com/office/drawing/2014/main" id="{185BA68E-0341-1D20-FFD9-6F048C071F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9854707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2D35AED-F053-CDE8-132C-CBE24194F51C}"/>
              </a:ext>
            </a:extLst>
          </p:cNvPr>
          <p:cNvSpPr txBox="1"/>
          <p:nvPr/>
        </p:nvSpPr>
        <p:spPr>
          <a:xfrm>
            <a:off x="520700" y="6251058"/>
            <a:ext cx="6459522" cy="2308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nl-NL" sz="900" i="1" dirty="0"/>
              <a:t>Figuur 7: Fracties van </a:t>
            </a:r>
            <a:r>
              <a:rPr lang="nl-NL" sz="900" i="1" dirty="0" err="1"/>
              <a:t>reads</a:t>
            </a:r>
            <a:r>
              <a:rPr lang="nl-NL" sz="900" i="1" dirty="0"/>
              <a:t> per te identificeren bacteriesoort bij het 2</a:t>
            </a:r>
            <a:r>
              <a:rPr lang="nl-NL" sz="900" i="1" baseline="30000" dirty="0"/>
              <a:t>e</a:t>
            </a:r>
            <a:r>
              <a:rPr lang="nl-NL" sz="900" i="1" dirty="0"/>
              <a:t> validatie-experiment.</a:t>
            </a:r>
          </a:p>
        </p:txBody>
      </p:sp>
    </p:spTree>
    <p:extLst>
      <p:ext uri="{BB962C8B-B14F-4D97-AF65-F5344CB8AC3E}">
        <p14:creationId xmlns:p14="http://schemas.microsoft.com/office/powerpoint/2010/main" val="1342809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7CD482-9216-CC0C-5FE3-81B2929C6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1A4DC6-1D23-3B3A-8A82-4CB61DB47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WGS – Experiment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1069C1-B07B-0424-0CC5-972A5560F374}"/>
              </a:ext>
            </a:extLst>
          </p:cNvPr>
          <p:cNvSpPr txBox="1"/>
          <p:nvPr/>
        </p:nvSpPr>
        <p:spPr>
          <a:xfrm>
            <a:off x="520700" y="6251058"/>
            <a:ext cx="6459522" cy="2308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nl-NL" sz="900" i="1" dirty="0"/>
              <a:t>Figuur 8: Fracties van </a:t>
            </a:r>
            <a:r>
              <a:rPr lang="nl-NL" sz="900" i="1" dirty="0" err="1"/>
              <a:t>reads</a:t>
            </a:r>
            <a:r>
              <a:rPr lang="nl-NL" sz="900" i="1" dirty="0"/>
              <a:t> per te identificeren bacteriesoort bij het mondsample-experiment.</a:t>
            </a:r>
          </a:p>
        </p:txBody>
      </p:sp>
      <p:graphicFrame>
        <p:nvGraphicFramePr>
          <p:cNvPr id="8" name="Grafiek 1">
            <a:extLst>
              <a:ext uri="{FF2B5EF4-FFF2-40B4-BE49-F238E27FC236}">
                <a16:creationId xmlns:a16="http://schemas.microsoft.com/office/drawing/2014/main" id="{540C32F4-1189-0B20-6DB1-B30CD88B4B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6675000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42274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EC1AE-D36F-8244-D5A2-55583E325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Conclusie WGS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912F6-578C-BA6F-3A20-F8C6B93C3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i="1" dirty="0"/>
              <a:t>Kan er verschil in de bacteriële samenstelling tussen mensen met en zonder parodontitis geïdentificeerd worden met behulp van Nanopore-sequencing? </a:t>
            </a:r>
            <a:r>
              <a:rPr lang="nl-NL" dirty="0"/>
              <a:t>-&gt; JA</a:t>
            </a:r>
            <a:endParaRPr lang="nl-NL" i="1" dirty="0"/>
          </a:p>
          <a:p>
            <a:r>
              <a:rPr lang="nl-NL" dirty="0"/>
              <a:t>Validatie: Alle theoretisch gewenste bacteriën zijn gevonden.</a:t>
            </a:r>
          </a:p>
          <a:p>
            <a:r>
              <a:rPr lang="nl-NL" dirty="0"/>
              <a:t>Experiment: </a:t>
            </a:r>
            <a:r>
              <a:rPr lang="en-US" dirty="0"/>
              <a:t>Late-stage subgingival pathogen associated bacteria (</a:t>
            </a:r>
            <a:r>
              <a:rPr lang="en-US" dirty="0" err="1"/>
              <a:t>o.a.</a:t>
            </a:r>
            <a:r>
              <a:rPr lang="en-US" dirty="0"/>
              <a:t> T. forsythia) in alle </a:t>
            </a:r>
            <a:r>
              <a:rPr lang="en-US" dirty="0" err="1"/>
              <a:t>patiëntensamples</a:t>
            </a:r>
            <a:r>
              <a:rPr lang="en-US" dirty="0"/>
              <a:t>, NIET in </a:t>
            </a:r>
            <a:r>
              <a:rPr lang="en-US" dirty="0" err="1"/>
              <a:t>studenten</a:t>
            </a:r>
            <a:r>
              <a:rPr lang="en-US" dirty="0"/>
              <a:t>-samples.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839159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DE2EB-9387-1A11-8CBA-40FB2744A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Discussie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F3F5E-A776-A5E6-E386-2D04DCD83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Uitvoering:</a:t>
            </a:r>
          </a:p>
          <a:p>
            <a:pPr lvl="1"/>
            <a:r>
              <a:rPr lang="nl-NL" dirty="0"/>
              <a:t>Minimale benodigde input: 400 </a:t>
            </a:r>
            <a:r>
              <a:rPr lang="nl-NL" dirty="0" err="1"/>
              <a:t>ng</a:t>
            </a:r>
            <a:r>
              <a:rPr lang="nl-NL" dirty="0"/>
              <a:t> DNA (met max. 11 µl input, dus 36,36 </a:t>
            </a:r>
            <a:r>
              <a:rPr lang="nl-NL" dirty="0" err="1"/>
              <a:t>ng</a:t>
            </a:r>
            <a:r>
              <a:rPr lang="nl-NL" dirty="0"/>
              <a:t>/µl)</a:t>
            </a:r>
          </a:p>
          <a:p>
            <a:pPr lvl="2"/>
            <a:r>
              <a:rPr lang="nl-NL" dirty="0"/>
              <a:t>Onze allerhoogste </a:t>
            </a:r>
            <a:r>
              <a:rPr lang="nl-NL" dirty="0" err="1"/>
              <a:t>conc</a:t>
            </a:r>
            <a:r>
              <a:rPr lang="nl-NL" dirty="0"/>
              <a:t>. van alle WGS-experimenten: 22,6 </a:t>
            </a:r>
            <a:r>
              <a:rPr lang="nl-NL" dirty="0" err="1"/>
              <a:t>ng</a:t>
            </a:r>
            <a:r>
              <a:rPr lang="nl-NL" dirty="0"/>
              <a:t>/</a:t>
            </a:r>
            <a:r>
              <a:rPr lang="nl-NL" dirty="0" err="1"/>
              <a:t>ul</a:t>
            </a:r>
            <a:endParaRPr lang="nl-NL" dirty="0"/>
          </a:p>
          <a:p>
            <a:r>
              <a:rPr lang="nl-NL" dirty="0"/>
              <a:t>Data-analyse:</a:t>
            </a:r>
          </a:p>
          <a:p>
            <a:pPr lvl="1"/>
            <a:r>
              <a:rPr lang="nl-NL" dirty="0"/>
              <a:t>Aangeleverde database niet (succesvol) toepasbaar -&gt; std16 database</a:t>
            </a:r>
          </a:p>
          <a:p>
            <a:pPr lvl="1"/>
            <a:r>
              <a:rPr lang="nl-NL" dirty="0"/>
              <a:t>Kraken2 workflow gelukt, Minimap2 workflow NIET gelukt</a:t>
            </a:r>
          </a:p>
          <a:p>
            <a:r>
              <a:rPr lang="nl-NL" dirty="0"/>
              <a:t>Resultaat:</a:t>
            </a:r>
          </a:p>
          <a:p>
            <a:pPr lvl="1"/>
            <a:r>
              <a:rPr lang="nl-NL" dirty="0"/>
              <a:t>Lage </a:t>
            </a:r>
            <a:r>
              <a:rPr lang="nl-NL" dirty="0" err="1"/>
              <a:t>conc</a:t>
            </a:r>
            <a:r>
              <a:rPr lang="nl-NL" dirty="0"/>
              <a:t>. ATCC na extractie</a:t>
            </a:r>
          </a:p>
          <a:p>
            <a:pPr lvl="1"/>
            <a:r>
              <a:rPr lang="nl-NL" dirty="0"/>
              <a:t>ATCC slecht bruikbaar vergeleken met ZYMO</a:t>
            </a:r>
          </a:p>
        </p:txBody>
      </p:sp>
    </p:spTree>
    <p:extLst>
      <p:ext uri="{BB962C8B-B14F-4D97-AF65-F5344CB8AC3E}">
        <p14:creationId xmlns:p14="http://schemas.microsoft.com/office/powerpoint/2010/main" val="2872113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8125E5-4361-0231-B929-44F8C6802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nl-NL" dirty="0"/>
              <a:t>16S vs. WGS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B108C76A-B14F-8B1A-F810-2B947E0E4C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551851"/>
              </p:ext>
            </p:extLst>
          </p:nvPr>
        </p:nvGraphicFramePr>
        <p:xfrm>
          <a:off x="520700" y="2723225"/>
          <a:ext cx="11156951" cy="3476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3688">
                  <a:extLst>
                    <a:ext uri="{9D8B030D-6E8A-4147-A177-3AD203B41FA5}">
                      <a16:colId xmlns:a16="http://schemas.microsoft.com/office/drawing/2014/main" val="2010137371"/>
                    </a:ext>
                  </a:extLst>
                </a:gridCol>
                <a:gridCol w="5443263">
                  <a:extLst>
                    <a:ext uri="{9D8B030D-6E8A-4147-A177-3AD203B41FA5}">
                      <a16:colId xmlns:a16="http://schemas.microsoft.com/office/drawing/2014/main" val="1789462998"/>
                    </a:ext>
                  </a:extLst>
                </a:gridCol>
              </a:tblGrid>
              <a:tr h="611933">
                <a:tc>
                  <a:txBody>
                    <a:bodyPr/>
                    <a:lstStyle/>
                    <a:p>
                      <a:r>
                        <a:rPr lang="nl-NL" sz="2700"/>
                        <a:t>16S</a:t>
                      </a:r>
                    </a:p>
                  </a:txBody>
                  <a:tcPr marL="139076" marR="139076" marT="69538" marB="69538"/>
                </a:tc>
                <a:tc>
                  <a:txBody>
                    <a:bodyPr/>
                    <a:lstStyle/>
                    <a:p>
                      <a:r>
                        <a:rPr lang="nl-NL" sz="2700"/>
                        <a:t>WGS</a:t>
                      </a:r>
                    </a:p>
                  </a:txBody>
                  <a:tcPr marL="139076" marR="139076" marT="69538" marB="69538"/>
                </a:tc>
                <a:extLst>
                  <a:ext uri="{0D108BD9-81ED-4DB2-BD59-A6C34878D82A}">
                    <a16:rowId xmlns:a16="http://schemas.microsoft.com/office/drawing/2014/main" val="1540681092"/>
                  </a:ext>
                </a:extLst>
              </a:tr>
              <a:tr h="1029160">
                <a:tc>
                  <a:txBody>
                    <a:bodyPr/>
                    <a:lstStyle/>
                    <a:p>
                      <a:r>
                        <a:rPr lang="nl-NL" sz="2700"/>
                        <a:t>Geregeld bacteriën niet gevonden bij validatie </a:t>
                      </a:r>
                    </a:p>
                  </a:txBody>
                  <a:tcPr marL="139076" marR="139076" marT="69538" marB="6953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2700" dirty="0"/>
                        <a:t>Alle bacteriën gevonden bij validatie</a:t>
                      </a:r>
                    </a:p>
                  </a:txBody>
                  <a:tcPr marL="139076" marR="139076" marT="69538" marB="69538"/>
                </a:tc>
                <a:extLst>
                  <a:ext uri="{0D108BD9-81ED-4DB2-BD59-A6C34878D82A}">
                    <a16:rowId xmlns:a16="http://schemas.microsoft.com/office/drawing/2014/main" val="1883789708"/>
                  </a:ext>
                </a:extLst>
              </a:tr>
              <a:tr h="611933">
                <a:tc>
                  <a:txBody>
                    <a:bodyPr/>
                    <a:lstStyle/>
                    <a:p>
                      <a:r>
                        <a:rPr lang="nl-NL" sz="2700"/>
                        <a:t>Genera level </a:t>
                      </a:r>
                    </a:p>
                  </a:txBody>
                  <a:tcPr marL="139076" marR="139076" marT="69538" marB="6953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2700"/>
                        <a:t>Species level</a:t>
                      </a:r>
                    </a:p>
                  </a:txBody>
                  <a:tcPr marL="139076" marR="139076" marT="69538" marB="69538"/>
                </a:tc>
                <a:extLst>
                  <a:ext uri="{0D108BD9-81ED-4DB2-BD59-A6C34878D82A}">
                    <a16:rowId xmlns:a16="http://schemas.microsoft.com/office/drawing/2014/main" val="676978678"/>
                  </a:ext>
                </a:extLst>
              </a:tr>
              <a:tr h="611933">
                <a:tc>
                  <a:txBody>
                    <a:bodyPr/>
                    <a:lstStyle/>
                    <a:p>
                      <a:r>
                        <a:rPr lang="nl-NL" sz="2700"/>
                        <a:t>Afhankelijk van primerbinding </a:t>
                      </a:r>
                    </a:p>
                  </a:txBody>
                  <a:tcPr marL="139076" marR="139076" marT="69538" marB="6953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2700"/>
                        <a:t>Onafhankelijk van primerbinding</a:t>
                      </a:r>
                    </a:p>
                  </a:txBody>
                  <a:tcPr marL="139076" marR="139076" marT="69538" marB="69538"/>
                </a:tc>
                <a:extLst>
                  <a:ext uri="{0D108BD9-81ED-4DB2-BD59-A6C34878D82A}">
                    <a16:rowId xmlns:a16="http://schemas.microsoft.com/office/drawing/2014/main" val="2029031311"/>
                  </a:ext>
                </a:extLst>
              </a:tr>
              <a:tr h="611933">
                <a:tc>
                  <a:txBody>
                    <a:bodyPr/>
                    <a:lstStyle/>
                    <a:p>
                      <a:r>
                        <a:rPr lang="nl-NL" sz="2700"/>
                        <a:t>Minder input nodig </a:t>
                      </a:r>
                    </a:p>
                  </a:txBody>
                  <a:tcPr marL="139076" marR="139076" marT="69538" marB="69538"/>
                </a:tc>
                <a:tc>
                  <a:txBody>
                    <a:bodyPr/>
                    <a:lstStyle/>
                    <a:p>
                      <a:r>
                        <a:rPr lang="nl-NL" sz="2700" dirty="0"/>
                        <a:t>Meer input nodig</a:t>
                      </a:r>
                    </a:p>
                  </a:txBody>
                  <a:tcPr marL="139076" marR="139076" marT="69538" marB="69538"/>
                </a:tc>
                <a:extLst>
                  <a:ext uri="{0D108BD9-81ED-4DB2-BD59-A6C34878D82A}">
                    <a16:rowId xmlns:a16="http://schemas.microsoft.com/office/drawing/2014/main" val="148715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5159703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2146</TotalTime>
  <Words>608</Words>
  <Application>Microsoft Office PowerPoint</Application>
  <PresentationFormat>Breedbeeld</PresentationFormat>
  <Paragraphs>133</Paragraphs>
  <Slides>15</Slides>
  <Notes>15</Notes>
  <HiddenSlides>0</HiddenSlides>
  <MMClips>0</MMClips>
  <ScaleCrop>false</ScaleCrop>
  <HeadingPairs>
    <vt:vector size="4" baseType="variant">
      <vt:variant>
        <vt:lpstr>Thema</vt:lpstr>
      </vt:variant>
      <vt:variant>
        <vt:i4>1</vt:i4>
      </vt:variant>
      <vt:variant>
        <vt:lpstr>Diatitels</vt:lpstr>
      </vt:variant>
      <vt:variant>
        <vt:i4>15</vt:i4>
      </vt:variant>
    </vt:vector>
  </HeadingPairs>
  <TitlesOfParts>
    <vt:vector size="16" baseType="lpstr">
      <vt:lpstr>GestaltVTI</vt:lpstr>
      <vt:lpstr>Nanopore-analyse: Bacteriële samenstelling bij parodontitis</vt:lpstr>
      <vt:lpstr>Parodontitis</vt:lpstr>
      <vt:lpstr>Workflow</vt:lpstr>
      <vt:lpstr>Algemeen principe workflow</vt:lpstr>
      <vt:lpstr>Principe WGS-workflow </vt:lpstr>
      <vt:lpstr>Data-analyse (1)</vt:lpstr>
      <vt:lpstr>Data-analyse (1)</vt:lpstr>
      <vt:lpstr>Data-analyse (2)</vt:lpstr>
      <vt:lpstr>WGS – Validatie 1 - ATCC</vt:lpstr>
      <vt:lpstr>WGS – Validatie 1 - ZYMO</vt:lpstr>
      <vt:lpstr>WGS – Validatie 2</vt:lpstr>
      <vt:lpstr>WGS – Experiment</vt:lpstr>
      <vt:lpstr>Conclusie WGS</vt:lpstr>
      <vt:lpstr>Discussie</vt:lpstr>
      <vt:lpstr>16S vs. WGS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van Donselaar</dc:creator>
  <cp:lastModifiedBy>Ben van Donselaar</cp:lastModifiedBy>
  <cp:revision>5</cp:revision>
  <dcterms:created xsi:type="dcterms:W3CDTF">2026-01-19T12:04:01Z</dcterms:created>
  <dcterms:modified xsi:type="dcterms:W3CDTF">2026-01-21T08:19:00Z</dcterms:modified>
</cp:coreProperties>
</file>